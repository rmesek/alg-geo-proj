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3" r:id="rId1"/>
  </p:sldMasterIdLst>
  <p:sldIdLst>
    <p:sldId id="256" r:id="rId2"/>
    <p:sldId id="257" r:id="rId3"/>
    <p:sldId id="258" r:id="rId4"/>
    <p:sldId id="259" r:id="rId5"/>
    <p:sldId id="276" r:id="rId6"/>
    <p:sldId id="277" r:id="rId7"/>
    <p:sldId id="278" r:id="rId8"/>
    <p:sldId id="279" r:id="rId9"/>
    <p:sldId id="280" r:id="rId10"/>
    <p:sldId id="281" r:id="rId11"/>
    <p:sldId id="282" r:id="rId12"/>
    <p:sldId id="283" r:id="rId13"/>
    <p:sldId id="284" r:id="rId14"/>
    <p:sldId id="285" r:id="rId15"/>
    <p:sldId id="286" r:id="rId16"/>
    <p:sldId id="287" r:id="rId17"/>
    <p:sldId id="260" r:id="rId18"/>
    <p:sldId id="275" r:id="rId19"/>
    <p:sldId id="274" r:id="rId20"/>
    <p:sldId id="261" r:id="rId21"/>
    <p:sldId id="262" r:id="rId22"/>
    <p:sldId id="263" r:id="rId23"/>
    <p:sldId id="265" r:id="rId24"/>
    <p:sldId id="267" r:id="rId25"/>
    <p:sldId id="264" r:id="rId26"/>
    <p:sldId id="266" r:id="rId27"/>
    <p:sldId id="268" r:id="rId28"/>
    <p:sldId id="269" r:id="rId29"/>
    <p:sldId id="270" r:id="rId30"/>
    <p:sldId id="271" r:id="rId31"/>
    <p:sldId id="272" r:id="rId32"/>
    <p:sldId id="273" r:id="rId33"/>
  </p:sldIdLst>
  <p:sldSz cx="12192000" cy="6858000"/>
  <p:notesSz cx="6858000" cy="9144000"/>
  <p:defaultTextStyle>
    <a:defPPr>
      <a:defRPr lang="pl-P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AC0B421-687E-48BE-9161-5EDA0FB3AB77}" v="36" dt="2024-01-02T22:52:35.755"/>
    <p1510:client id="{E964FB2E-9597-47EC-A3A3-C11CAC6719C4}" v="345" dt="2024-01-02T23:45:23.55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p:scale>
          <a:sx n="75" d="100"/>
          <a:sy n="75" d="100"/>
        </p:scale>
        <p:origin x="1950" y="85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CDD62247-1B1C-4728-8B6A-3F276F2FE8FE}" type="doc">
      <dgm:prSet loTypeId="urn:microsoft.com/office/officeart/2005/8/layout/process5" loCatId="process" qsTypeId="urn:microsoft.com/office/officeart/2005/8/quickstyle/simple1" qsCatId="simple" csTypeId="urn:microsoft.com/office/officeart/2005/8/colors/accent1_2" csCatId="accent1" phldr="1"/>
      <dgm:spPr/>
      <dgm:t>
        <a:bodyPr/>
        <a:lstStyle/>
        <a:p>
          <a:endParaRPr lang="en-US"/>
        </a:p>
      </dgm:t>
    </dgm:pt>
    <dgm:pt modelId="{C73868C0-12DA-405D-80A1-C26C2333AD42}">
      <dgm:prSet/>
      <dgm:spPr/>
      <dgm:t>
        <a:bodyPr/>
        <a:lstStyle/>
        <a:p>
          <a:r>
            <a:rPr lang="pl-PL"/>
            <a:t>1. Wstępna triangulacja</a:t>
          </a:r>
          <a:endParaRPr lang="en-US"/>
        </a:p>
      </dgm:t>
    </dgm:pt>
    <dgm:pt modelId="{692D00E9-C2C4-4F06-B23A-D04D7E9D5DB5}" type="parTrans" cxnId="{9F92E6F5-AF87-492B-AFFF-0D3C1341D7D3}">
      <dgm:prSet/>
      <dgm:spPr/>
      <dgm:t>
        <a:bodyPr/>
        <a:lstStyle/>
        <a:p>
          <a:endParaRPr lang="en-US"/>
        </a:p>
      </dgm:t>
    </dgm:pt>
    <dgm:pt modelId="{B47D45DB-659E-4CED-A321-B7A2781CA766}" type="sibTrans" cxnId="{9F92E6F5-AF87-492B-AFFF-0D3C1341D7D3}">
      <dgm:prSet/>
      <dgm:spPr/>
      <dgm:t>
        <a:bodyPr/>
        <a:lstStyle/>
        <a:p>
          <a:endParaRPr lang="en-US"/>
        </a:p>
      </dgm:t>
    </dgm:pt>
    <dgm:pt modelId="{E83FB01D-8962-4F8A-AF00-C2E866DA90E1}">
      <dgm:prSet/>
      <dgm:spPr/>
      <dgm:t>
        <a:bodyPr/>
        <a:lstStyle/>
        <a:p>
          <a:r>
            <a:rPr lang="pl-PL"/>
            <a:t>2. Odzyskiwanie krawędzi</a:t>
          </a:r>
          <a:endParaRPr lang="en-US"/>
        </a:p>
      </dgm:t>
    </dgm:pt>
    <dgm:pt modelId="{915F249D-1520-4928-A962-B40EF3EF6E16}" type="parTrans" cxnId="{7C939081-B1DA-4F77-8775-8189879E7981}">
      <dgm:prSet/>
      <dgm:spPr/>
      <dgm:t>
        <a:bodyPr/>
        <a:lstStyle/>
        <a:p>
          <a:endParaRPr lang="en-US"/>
        </a:p>
      </dgm:t>
    </dgm:pt>
    <dgm:pt modelId="{3C4FA141-00CD-4BA0-B9A1-D0884953EF81}" type="sibTrans" cxnId="{7C939081-B1DA-4F77-8775-8189879E7981}">
      <dgm:prSet/>
      <dgm:spPr/>
      <dgm:t>
        <a:bodyPr/>
        <a:lstStyle/>
        <a:p>
          <a:endParaRPr lang="en-US"/>
        </a:p>
      </dgm:t>
    </dgm:pt>
    <dgm:pt modelId="{57BAB986-7C21-4009-BB84-65E8E65196E0}">
      <dgm:prSet/>
      <dgm:spPr/>
      <dgm:t>
        <a:bodyPr/>
        <a:lstStyle/>
        <a:p>
          <a:r>
            <a:rPr lang="pl-PL" dirty="0"/>
            <a:t>3. Usuwanie trójkątów zewnętrznych</a:t>
          </a:r>
        </a:p>
      </dgm:t>
    </dgm:pt>
    <dgm:pt modelId="{77B9F99C-D8F2-4E9E-9707-4EB5C6780BDB}" type="parTrans" cxnId="{8DDA90BE-2903-42D3-BD9E-7303AF16E17F}">
      <dgm:prSet/>
      <dgm:spPr/>
      <dgm:t>
        <a:bodyPr/>
        <a:lstStyle/>
        <a:p>
          <a:endParaRPr lang="en-US"/>
        </a:p>
      </dgm:t>
    </dgm:pt>
    <dgm:pt modelId="{999288BF-C721-45AC-AFEB-A9275C11D3FD}" type="sibTrans" cxnId="{8DDA90BE-2903-42D3-BD9E-7303AF16E17F}">
      <dgm:prSet/>
      <dgm:spPr/>
      <dgm:t>
        <a:bodyPr/>
        <a:lstStyle/>
        <a:p>
          <a:endParaRPr lang="en-US"/>
        </a:p>
      </dgm:t>
    </dgm:pt>
    <dgm:pt modelId="{F0B512E2-1D40-4208-A860-13F45BF2406D}" type="pres">
      <dgm:prSet presAssocID="{CDD62247-1B1C-4728-8B6A-3F276F2FE8FE}" presName="diagram" presStyleCnt="0">
        <dgm:presLayoutVars>
          <dgm:dir/>
          <dgm:resizeHandles val="exact"/>
        </dgm:presLayoutVars>
      </dgm:prSet>
      <dgm:spPr/>
    </dgm:pt>
    <dgm:pt modelId="{480EB81A-1B80-40C2-B328-7B500FB4E251}" type="pres">
      <dgm:prSet presAssocID="{C73868C0-12DA-405D-80A1-C26C2333AD42}" presName="node" presStyleLbl="node1" presStyleIdx="0" presStyleCnt="3">
        <dgm:presLayoutVars>
          <dgm:bulletEnabled val="1"/>
        </dgm:presLayoutVars>
      </dgm:prSet>
      <dgm:spPr/>
    </dgm:pt>
    <dgm:pt modelId="{D0A0CCC2-B1D9-4125-9E05-83D0641045E4}" type="pres">
      <dgm:prSet presAssocID="{B47D45DB-659E-4CED-A321-B7A2781CA766}" presName="sibTrans" presStyleLbl="sibTrans2D1" presStyleIdx="0" presStyleCnt="2"/>
      <dgm:spPr/>
    </dgm:pt>
    <dgm:pt modelId="{C76196CB-3311-4FD9-832E-EA9A7F2B53DB}" type="pres">
      <dgm:prSet presAssocID="{B47D45DB-659E-4CED-A321-B7A2781CA766}" presName="connectorText" presStyleLbl="sibTrans2D1" presStyleIdx="0" presStyleCnt="2"/>
      <dgm:spPr/>
    </dgm:pt>
    <dgm:pt modelId="{82F22665-7FDA-4BCF-A795-A14F3A9C9DDF}" type="pres">
      <dgm:prSet presAssocID="{E83FB01D-8962-4F8A-AF00-C2E866DA90E1}" presName="node" presStyleLbl="node1" presStyleIdx="1" presStyleCnt="3">
        <dgm:presLayoutVars>
          <dgm:bulletEnabled val="1"/>
        </dgm:presLayoutVars>
      </dgm:prSet>
      <dgm:spPr/>
    </dgm:pt>
    <dgm:pt modelId="{DDDD99AC-2309-4BB3-966A-840691B0793D}" type="pres">
      <dgm:prSet presAssocID="{3C4FA141-00CD-4BA0-B9A1-D0884953EF81}" presName="sibTrans" presStyleLbl="sibTrans2D1" presStyleIdx="1" presStyleCnt="2"/>
      <dgm:spPr/>
    </dgm:pt>
    <dgm:pt modelId="{8C4972A5-9B21-4802-B6EE-F9FD13203F9E}" type="pres">
      <dgm:prSet presAssocID="{3C4FA141-00CD-4BA0-B9A1-D0884953EF81}" presName="connectorText" presStyleLbl="sibTrans2D1" presStyleIdx="1" presStyleCnt="2"/>
      <dgm:spPr/>
    </dgm:pt>
    <dgm:pt modelId="{D1DE5937-026B-4421-B778-24BC2658AF2E}" type="pres">
      <dgm:prSet presAssocID="{57BAB986-7C21-4009-BB84-65E8E65196E0}" presName="node" presStyleLbl="node1" presStyleIdx="2" presStyleCnt="3">
        <dgm:presLayoutVars>
          <dgm:bulletEnabled val="1"/>
        </dgm:presLayoutVars>
      </dgm:prSet>
      <dgm:spPr/>
    </dgm:pt>
  </dgm:ptLst>
  <dgm:cxnLst>
    <dgm:cxn modelId="{B78D8803-147B-477C-8DF0-9828A7DAF25D}" type="presOf" srcId="{3C4FA141-00CD-4BA0-B9A1-D0884953EF81}" destId="{8C4972A5-9B21-4802-B6EE-F9FD13203F9E}" srcOrd="1" destOrd="0" presId="urn:microsoft.com/office/officeart/2005/8/layout/process5"/>
    <dgm:cxn modelId="{59F68D19-8DD3-4DF0-B49F-74A03BEF958F}" type="presOf" srcId="{57BAB986-7C21-4009-BB84-65E8E65196E0}" destId="{D1DE5937-026B-4421-B778-24BC2658AF2E}" srcOrd="0" destOrd="0" presId="urn:microsoft.com/office/officeart/2005/8/layout/process5"/>
    <dgm:cxn modelId="{8D549F24-6343-4D95-A39B-168433DC1DFB}" type="presOf" srcId="{B47D45DB-659E-4CED-A321-B7A2781CA766}" destId="{D0A0CCC2-B1D9-4125-9E05-83D0641045E4}" srcOrd="0" destOrd="0" presId="urn:microsoft.com/office/officeart/2005/8/layout/process5"/>
    <dgm:cxn modelId="{C8A4CF2E-F0E8-42C5-A6DE-5503C08692BC}" type="presOf" srcId="{3C4FA141-00CD-4BA0-B9A1-D0884953EF81}" destId="{DDDD99AC-2309-4BB3-966A-840691B0793D}" srcOrd="0" destOrd="0" presId="urn:microsoft.com/office/officeart/2005/8/layout/process5"/>
    <dgm:cxn modelId="{2C43113F-ECC1-4315-83E7-A19E71890BF2}" type="presOf" srcId="{E83FB01D-8962-4F8A-AF00-C2E866DA90E1}" destId="{82F22665-7FDA-4BCF-A795-A14F3A9C9DDF}" srcOrd="0" destOrd="0" presId="urn:microsoft.com/office/officeart/2005/8/layout/process5"/>
    <dgm:cxn modelId="{5BC3D779-3889-4992-A884-64B7724ACD31}" type="presOf" srcId="{CDD62247-1B1C-4728-8B6A-3F276F2FE8FE}" destId="{F0B512E2-1D40-4208-A860-13F45BF2406D}" srcOrd="0" destOrd="0" presId="urn:microsoft.com/office/officeart/2005/8/layout/process5"/>
    <dgm:cxn modelId="{7C939081-B1DA-4F77-8775-8189879E7981}" srcId="{CDD62247-1B1C-4728-8B6A-3F276F2FE8FE}" destId="{E83FB01D-8962-4F8A-AF00-C2E866DA90E1}" srcOrd="1" destOrd="0" parTransId="{915F249D-1520-4928-A962-B40EF3EF6E16}" sibTransId="{3C4FA141-00CD-4BA0-B9A1-D0884953EF81}"/>
    <dgm:cxn modelId="{6EE0699F-A992-423E-85E0-5D454781DDDE}" type="presOf" srcId="{B47D45DB-659E-4CED-A321-B7A2781CA766}" destId="{C76196CB-3311-4FD9-832E-EA9A7F2B53DB}" srcOrd="1" destOrd="0" presId="urn:microsoft.com/office/officeart/2005/8/layout/process5"/>
    <dgm:cxn modelId="{B5687AA2-F571-40B9-94FC-9FB3624DD849}" type="presOf" srcId="{C73868C0-12DA-405D-80A1-C26C2333AD42}" destId="{480EB81A-1B80-40C2-B328-7B500FB4E251}" srcOrd="0" destOrd="0" presId="urn:microsoft.com/office/officeart/2005/8/layout/process5"/>
    <dgm:cxn modelId="{8DDA90BE-2903-42D3-BD9E-7303AF16E17F}" srcId="{CDD62247-1B1C-4728-8B6A-3F276F2FE8FE}" destId="{57BAB986-7C21-4009-BB84-65E8E65196E0}" srcOrd="2" destOrd="0" parTransId="{77B9F99C-D8F2-4E9E-9707-4EB5C6780BDB}" sibTransId="{999288BF-C721-45AC-AFEB-A9275C11D3FD}"/>
    <dgm:cxn modelId="{9F92E6F5-AF87-492B-AFFF-0D3C1341D7D3}" srcId="{CDD62247-1B1C-4728-8B6A-3F276F2FE8FE}" destId="{C73868C0-12DA-405D-80A1-C26C2333AD42}" srcOrd="0" destOrd="0" parTransId="{692D00E9-C2C4-4F06-B23A-D04D7E9D5DB5}" sibTransId="{B47D45DB-659E-4CED-A321-B7A2781CA766}"/>
    <dgm:cxn modelId="{7AE24308-FA6D-40AC-A1A2-09BBC7A5B294}" type="presParOf" srcId="{F0B512E2-1D40-4208-A860-13F45BF2406D}" destId="{480EB81A-1B80-40C2-B328-7B500FB4E251}" srcOrd="0" destOrd="0" presId="urn:microsoft.com/office/officeart/2005/8/layout/process5"/>
    <dgm:cxn modelId="{EF462C10-F695-408F-8E5E-525F40528194}" type="presParOf" srcId="{F0B512E2-1D40-4208-A860-13F45BF2406D}" destId="{D0A0CCC2-B1D9-4125-9E05-83D0641045E4}" srcOrd="1" destOrd="0" presId="urn:microsoft.com/office/officeart/2005/8/layout/process5"/>
    <dgm:cxn modelId="{5B916A9E-DA47-4725-B5D6-FDF50C2FCCB9}" type="presParOf" srcId="{D0A0CCC2-B1D9-4125-9E05-83D0641045E4}" destId="{C76196CB-3311-4FD9-832E-EA9A7F2B53DB}" srcOrd="0" destOrd="0" presId="urn:microsoft.com/office/officeart/2005/8/layout/process5"/>
    <dgm:cxn modelId="{AB3F1E7B-7EA9-423F-8F9F-4129211F1DAE}" type="presParOf" srcId="{F0B512E2-1D40-4208-A860-13F45BF2406D}" destId="{82F22665-7FDA-4BCF-A795-A14F3A9C9DDF}" srcOrd="2" destOrd="0" presId="urn:microsoft.com/office/officeart/2005/8/layout/process5"/>
    <dgm:cxn modelId="{9CC47955-FEF5-4A4C-BE60-2A62824D1CC9}" type="presParOf" srcId="{F0B512E2-1D40-4208-A860-13F45BF2406D}" destId="{DDDD99AC-2309-4BB3-966A-840691B0793D}" srcOrd="3" destOrd="0" presId="urn:microsoft.com/office/officeart/2005/8/layout/process5"/>
    <dgm:cxn modelId="{09718CA2-0AB7-4E22-9E69-51AFF84ABC71}" type="presParOf" srcId="{DDDD99AC-2309-4BB3-966A-840691B0793D}" destId="{8C4972A5-9B21-4802-B6EE-F9FD13203F9E}" srcOrd="0" destOrd="0" presId="urn:microsoft.com/office/officeart/2005/8/layout/process5"/>
    <dgm:cxn modelId="{8CD23AC1-C6CA-4032-AEB4-49AD3DE30DF0}" type="presParOf" srcId="{F0B512E2-1D40-4208-A860-13F45BF2406D}" destId="{D1DE5937-026B-4421-B778-24BC2658AF2E}" srcOrd="4" destOrd="0" presId="urn:microsoft.com/office/officeart/2005/8/layout/process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1C1F2F58-2A0D-4931-9546-CD778CF51098}" type="doc">
      <dgm:prSet loTypeId="urn:microsoft.com/office/officeart/2005/8/layout/vList2" loCatId="list" qsTypeId="urn:microsoft.com/office/officeart/2005/8/quickstyle/simple1" qsCatId="simple" csTypeId="urn:microsoft.com/office/officeart/2005/8/colors/colorful2" csCatId="colorful"/>
      <dgm:spPr/>
      <dgm:t>
        <a:bodyPr/>
        <a:lstStyle/>
        <a:p>
          <a:endParaRPr lang="en-US"/>
        </a:p>
      </dgm:t>
    </dgm:pt>
    <dgm:pt modelId="{EB4634C3-F1A5-4AB5-A357-A4CEBEB4081B}">
      <dgm:prSet/>
      <dgm:spPr/>
      <dgm:t>
        <a:bodyPr/>
        <a:lstStyle/>
        <a:p>
          <a:r>
            <a:rPr lang="pl-PL"/>
            <a:t>1. Znalezienie trójkąta, w którym zawiera się punkt.</a:t>
          </a:r>
          <a:endParaRPr lang="en-US"/>
        </a:p>
      </dgm:t>
    </dgm:pt>
    <dgm:pt modelId="{3728A3CD-0770-479B-874C-1516D6EFA4EB}" type="parTrans" cxnId="{B6D602D0-E825-4D27-B36D-D477D5540DE9}">
      <dgm:prSet/>
      <dgm:spPr/>
      <dgm:t>
        <a:bodyPr/>
        <a:lstStyle/>
        <a:p>
          <a:endParaRPr lang="en-US"/>
        </a:p>
      </dgm:t>
    </dgm:pt>
    <dgm:pt modelId="{C7090D6A-D5E4-4AAD-B7D0-7E2B22A2837D}" type="sibTrans" cxnId="{B6D602D0-E825-4D27-B36D-D477D5540DE9}">
      <dgm:prSet/>
      <dgm:spPr/>
      <dgm:t>
        <a:bodyPr/>
        <a:lstStyle/>
        <a:p>
          <a:endParaRPr lang="en-US"/>
        </a:p>
      </dgm:t>
    </dgm:pt>
    <dgm:pt modelId="{183DDA4D-8382-4386-9856-C604B172A7CF}">
      <dgm:prSet/>
      <dgm:spPr/>
      <dgm:t>
        <a:bodyPr/>
        <a:lstStyle/>
        <a:p>
          <a:r>
            <a:rPr lang="pl-PL"/>
            <a:t>2. Znalezienie trójkątów, których okręgi opisane zwierają wstawiony punkt.</a:t>
          </a:r>
          <a:endParaRPr lang="en-US"/>
        </a:p>
      </dgm:t>
    </dgm:pt>
    <dgm:pt modelId="{0C68ACE1-8929-4F60-8CA6-610D4F92962D}" type="parTrans" cxnId="{33509ECD-E110-4EF1-871D-2F53A0E0C77F}">
      <dgm:prSet/>
      <dgm:spPr/>
      <dgm:t>
        <a:bodyPr/>
        <a:lstStyle/>
        <a:p>
          <a:endParaRPr lang="en-US"/>
        </a:p>
      </dgm:t>
    </dgm:pt>
    <dgm:pt modelId="{75D72160-E561-4399-9566-C4AD4C85306C}" type="sibTrans" cxnId="{33509ECD-E110-4EF1-871D-2F53A0E0C77F}">
      <dgm:prSet/>
      <dgm:spPr/>
      <dgm:t>
        <a:bodyPr/>
        <a:lstStyle/>
        <a:p>
          <a:endParaRPr lang="en-US"/>
        </a:p>
      </dgm:t>
    </dgm:pt>
    <dgm:pt modelId="{A09B680C-3E2E-4581-8EC8-464ACCE946AD}">
      <dgm:prSet/>
      <dgm:spPr/>
      <dgm:t>
        <a:bodyPr/>
        <a:lstStyle/>
        <a:p>
          <a:r>
            <a:rPr lang="pl-PL"/>
            <a:t>3. Usunięcie znalezionych trójkątów.</a:t>
          </a:r>
          <a:endParaRPr lang="en-US"/>
        </a:p>
      </dgm:t>
    </dgm:pt>
    <dgm:pt modelId="{A3320D47-36AB-4C80-A239-E2BE74DB2DFE}" type="parTrans" cxnId="{EF2E7001-22FE-4DB6-9B51-EE2385B53385}">
      <dgm:prSet/>
      <dgm:spPr/>
      <dgm:t>
        <a:bodyPr/>
        <a:lstStyle/>
        <a:p>
          <a:endParaRPr lang="en-US"/>
        </a:p>
      </dgm:t>
    </dgm:pt>
    <dgm:pt modelId="{FAB0F11C-F779-4C5B-A8E6-A250C05978FE}" type="sibTrans" cxnId="{EF2E7001-22FE-4DB6-9B51-EE2385B53385}">
      <dgm:prSet/>
      <dgm:spPr/>
      <dgm:t>
        <a:bodyPr/>
        <a:lstStyle/>
        <a:p>
          <a:endParaRPr lang="en-US"/>
        </a:p>
      </dgm:t>
    </dgm:pt>
    <dgm:pt modelId="{FB04E11F-1E04-4E04-B4E4-AB240852025F}">
      <dgm:prSet/>
      <dgm:spPr/>
      <dgm:t>
        <a:bodyPr/>
        <a:lstStyle/>
        <a:p>
          <a:r>
            <a:rPr lang="pl-PL"/>
            <a:t>4. Utworzenie  nowych trójkątów spełniających warunki triangulacji Delaunay’a.</a:t>
          </a:r>
          <a:endParaRPr lang="en-US"/>
        </a:p>
      </dgm:t>
    </dgm:pt>
    <dgm:pt modelId="{5C12FA38-88DC-49D6-8359-FD04A085AFC4}" type="parTrans" cxnId="{28486B36-C866-4D76-972F-C786D39E48A8}">
      <dgm:prSet/>
      <dgm:spPr/>
      <dgm:t>
        <a:bodyPr/>
        <a:lstStyle/>
        <a:p>
          <a:endParaRPr lang="en-US"/>
        </a:p>
      </dgm:t>
    </dgm:pt>
    <dgm:pt modelId="{D610F9BC-81F2-4B5C-9F0D-ECCF24B1A5C2}" type="sibTrans" cxnId="{28486B36-C866-4D76-972F-C786D39E48A8}">
      <dgm:prSet/>
      <dgm:spPr/>
      <dgm:t>
        <a:bodyPr/>
        <a:lstStyle/>
        <a:p>
          <a:endParaRPr lang="en-US"/>
        </a:p>
      </dgm:t>
    </dgm:pt>
    <dgm:pt modelId="{BD0420E9-E0F7-40BF-9AB7-9936CB954AB1}" type="pres">
      <dgm:prSet presAssocID="{1C1F2F58-2A0D-4931-9546-CD778CF51098}" presName="linear" presStyleCnt="0">
        <dgm:presLayoutVars>
          <dgm:animLvl val="lvl"/>
          <dgm:resizeHandles val="exact"/>
        </dgm:presLayoutVars>
      </dgm:prSet>
      <dgm:spPr/>
    </dgm:pt>
    <dgm:pt modelId="{87CEBBD9-B5D2-4667-8304-EC3C1ECAF4D0}" type="pres">
      <dgm:prSet presAssocID="{EB4634C3-F1A5-4AB5-A357-A4CEBEB4081B}" presName="parentText" presStyleLbl="node1" presStyleIdx="0" presStyleCnt="4">
        <dgm:presLayoutVars>
          <dgm:chMax val="0"/>
          <dgm:bulletEnabled val="1"/>
        </dgm:presLayoutVars>
      </dgm:prSet>
      <dgm:spPr/>
    </dgm:pt>
    <dgm:pt modelId="{8FE7F3A2-0BBF-40F1-A7B0-FDC7822595DA}" type="pres">
      <dgm:prSet presAssocID="{C7090D6A-D5E4-4AAD-B7D0-7E2B22A2837D}" presName="spacer" presStyleCnt="0"/>
      <dgm:spPr/>
    </dgm:pt>
    <dgm:pt modelId="{12163712-AAE9-42E6-96F2-78227677272D}" type="pres">
      <dgm:prSet presAssocID="{183DDA4D-8382-4386-9856-C604B172A7CF}" presName="parentText" presStyleLbl="node1" presStyleIdx="1" presStyleCnt="4">
        <dgm:presLayoutVars>
          <dgm:chMax val="0"/>
          <dgm:bulletEnabled val="1"/>
        </dgm:presLayoutVars>
      </dgm:prSet>
      <dgm:spPr/>
    </dgm:pt>
    <dgm:pt modelId="{6EEF013C-C1E1-4D3C-9C89-3CB045664A78}" type="pres">
      <dgm:prSet presAssocID="{75D72160-E561-4399-9566-C4AD4C85306C}" presName="spacer" presStyleCnt="0"/>
      <dgm:spPr/>
    </dgm:pt>
    <dgm:pt modelId="{C1563ACF-D7E2-4F8E-8548-DF6394468695}" type="pres">
      <dgm:prSet presAssocID="{A09B680C-3E2E-4581-8EC8-464ACCE946AD}" presName="parentText" presStyleLbl="node1" presStyleIdx="2" presStyleCnt="4">
        <dgm:presLayoutVars>
          <dgm:chMax val="0"/>
          <dgm:bulletEnabled val="1"/>
        </dgm:presLayoutVars>
      </dgm:prSet>
      <dgm:spPr/>
    </dgm:pt>
    <dgm:pt modelId="{C4BE01D7-6A01-4AEF-BA9D-58AAFBC241DB}" type="pres">
      <dgm:prSet presAssocID="{FAB0F11C-F779-4C5B-A8E6-A250C05978FE}" presName="spacer" presStyleCnt="0"/>
      <dgm:spPr/>
    </dgm:pt>
    <dgm:pt modelId="{C446E5B6-E284-4BF9-8DF8-7E22041F1996}" type="pres">
      <dgm:prSet presAssocID="{FB04E11F-1E04-4E04-B4E4-AB240852025F}" presName="parentText" presStyleLbl="node1" presStyleIdx="3" presStyleCnt="4">
        <dgm:presLayoutVars>
          <dgm:chMax val="0"/>
          <dgm:bulletEnabled val="1"/>
        </dgm:presLayoutVars>
      </dgm:prSet>
      <dgm:spPr/>
    </dgm:pt>
  </dgm:ptLst>
  <dgm:cxnLst>
    <dgm:cxn modelId="{EF2E7001-22FE-4DB6-9B51-EE2385B53385}" srcId="{1C1F2F58-2A0D-4931-9546-CD778CF51098}" destId="{A09B680C-3E2E-4581-8EC8-464ACCE946AD}" srcOrd="2" destOrd="0" parTransId="{A3320D47-36AB-4C80-A239-E2BE74DB2DFE}" sibTransId="{FAB0F11C-F779-4C5B-A8E6-A250C05978FE}"/>
    <dgm:cxn modelId="{DFD1AB0A-E243-4C19-A361-DB2ED6667C16}" type="presOf" srcId="{183DDA4D-8382-4386-9856-C604B172A7CF}" destId="{12163712-AAE9-42E6-96F2-78227677272D}" srcOrd="0" destOrd="0" presId="urn:microsoft.com/office/officeart/2005/8/layout/vList2"/>
    <dgm:cxn modelId="{28486B36-C866-4D76-972F-C786D39E48A8}" srcId="{1C1F2F58-2A0D-4931-9546-CD778CF51098}" destId="{FB04E11F-1E04-4E04-B4E4-AB240852025F}" srcOrd="3" destOrd="0" parTransId="{5C12FA38-88DC-49D6-8359-FD04A085AFC4}" sibTransId="{D610F9BC-81F2-4B5C-9F0D-ECCF24B1A5C2}"/>
    <dgm:cxn modelId="{186B36A1-5663-4EAF-B35C-358E0D812BD7}" type="presOf" srcId="{A09B680C-3E2E-4581-8EC8-464ACCE946AD}" destId="{C1563ACF-D7E2-4F8E-8548-DF6394468695}" srcOrd="0" destOrd="0" presId="urn:microsoft.com/office/officeart/2005/8/layout/vList2"/>
    <dgm:cxn modelId="{EA02D5CC-8F4A-4697-970E-A718407583EE}" type="presOf" srcId="{EB4634C3-F1A5-4AB5-A357-A4CEBEB4081B}" destId="{87CEBBD9-B5D2-4667-8304-EC3C1ECAF4D0}" srcOrd="0" destOrd="0" presId="urn:microsoft.com/office/officeart/2005/8/layout/vList2"/>
    <dgm:cxn modelId="{33509ECD-E110-4EF1-871D-2F53A0E0C77F}" srcId="{1C1F2F58-2A0D-4931-9546-CD778CF51098}" destId="{183DDA4D-8382-4386-9856-C604B172A7CF}" srcOrd="1" destOrd="0" parTransId="{0C68ACE1-8929-4F60-8CA6-610D4F92962D}" sibTransId="{75D72160-E561-4399-9566-C4AD4C85306C}"/>
    <dgm:cxn modelId="{B6D602D0-E825-4D27-B36D-D477D5540DE9}" srcId="{1C1F2F58-2A0D-4931-9546-CD778CF51098}" destId="{EB4634C3-F1A5-4AB5-A357-A4CEBEB4081B}" srcOrd="0" destOrd="0" parTransId="{3728A3CD-0770-479B-874C-1516D6EFA4EB}" sibTransId="{C7090D6A-D5E4-4AAD-B7D0-7E2B22A2837D}"/>
    <dgm:cxn modelId="{CD7A4DE7-C592-4C07-A9AE-948BCC1963E5}" type="presOf" srcId="{FB04E11F-1E04-4E04-B4E4-AB240852025F}" destId="{C446E5B6-E284-4BF9-8DF8-7E22041F1996}" srcOrd="0" destOrd="0" presId="urn:microsoft.com/office/officeart/2005/8/layout/vList2"/>
    <dgm:cxn modelId="{82FE5DF0-FF07-4172-9EA1-47B0EB32C1CC}" type="presOf" srcId="{1C1F2F58-2A0D-4931-9546-CD778CF51098}" destId="{BD0420E9-E0F7-40BF-9AB7-9936CB954AB1}" srcOrd="0" destOrd="0" presId="urn:microsoft.com/office/officeart/2005/8/layout/vList2"/>
    <dgm:cxn modelId="{2E2CA353-A610-4033-BBB2-4FAE70F56E99}" type="presParOf" srcId="{BD0420E9-E0F7-40BF-9AB7-9936CB954AB1}" destId="{87CEBBD9-B5D2-4667-8304-EC3C1ECAF4D0}" srcOrd="0" destOrd="0" presId="urn:microsoft.com/office/officeart/2005/8/layout/vList2"/>
    <dgm:cxn modelId="{D8EF9654-EC1E-4DCD-993C-78E36D5679C4}" type="presParOf" srcId="{BD0420E9-E0F7-40BF-9AB7-9936CB954AB1}" destId="{8FE7F3A2-0BBF-40F1-A7B0-FDC7822595DA}" srcOrd="1" destOrd="0" presId="urn:microsoft.com/office/officeart/2005/8/layout/vList2"/>
    <dgm:cxn modelId="{B5B354A9-124C-4295-8732-9DCEEB76C121}" type="presParOf" srcId="{BD0420E9-E0F7-40BF-9AB7-9936CB954AB1}" destId="{12163712-AAE9-42E6-96F2-78227677272D}" srcOrd="2" destOrd="0" presId="urn:microsoft.com/office/officeart/2005/8/layout/vList2"/>
    <dgm:cxn modelId="{E073BD6A-B1B7-43CC-90EE-0BF2FD4CBD96}" type="presParOf" srcId="{BD0420E9-E0F7-40BF-9AB7-9936CB954AB1}" destId="{6EEF013C-C1E1-4D3C-9C89-3CB045664A78}" srcOrd="3" destOrd="0" presId="urn:microsoft.com/office/officeart/2005/8/layout/vList2"/>
    <dgm:cxn modelId="{4CFD74F2-8D9F-443B-8C8B-901E42E67F89}" type="presParOf" srcId="{BD0420E9-E0F7-40BF-9AB7-9936CB954AB1}" destId="{C1563ACF-D7E2-4F8E-8548-DF6394468695}" srcOrd="4" destOrd="0" presId="urn:microsoft.com/office/officeart/2005/8/layout/vList2"/>
    <dgm:cxn modelId="{F3C31BCD-EC4F-4531-A0E2-DB80F2476C3F}" type="presParOf" srcId="{BD0420E9-E0F7-40BF-9AB7-9936CB954AB1}" destId="{C4BE01D7-6A01-4AEF-BA9D-58AAFBC241DB}" srcOrd="5" destOrd="0" presId="urn:microsoft.com/office/officeart/2005/8/layout/vList2"/>
    <dgm:cxn modelId="{D1EE108E-2D68-4B3C-B968-E603765B25F5}" type="presParOf" srcId="{BD0420E9-E0F7-40BF-9AB7-9936CB954AB1}" destId="{C446E5B6-E284-4BF9-8DF8-7E22041F1996}" srcOrd="6"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80EB81A-1B80-40C2-B328-7B500FB4E251}">
      <dsp:nvSpPr>
        <dsp:cNvPr id="0" name=""/>
        <dsp:cNvSpPr/>
      </dsp:nvSpPr>
      <dsp:spPr>
        <a:xfrm>
          <a:off x="1205" y="815211"/>
          <a:ext cx="2570744" cy="1542446"/>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ctr" defTabSz="1155700">
            <a:lnSpc>
              <a:spcPct val="90000"/>
            </a:lnSpc>
            <a:spcBef>
              <a:spcPct val="0"/>
            </a:spcBef>
            <a:spcAft>
              <a:spcPct val="35000"/>
            </a:spcAft>
            <a:buNone/>
          </a:pPr>
          <a:r>
            <a:rPr lang="pl-PL" sz="2600" kern="1200"/>
            <a:t>1. Wstępna triangulacja</a:t>
          </a:r>
          <a:endParaRPr lang="en-US" sz="2600" kern="1200"/>
        </a:p>
      </dsp:txBody>
      <dsp:txXfrm>
        <a:off x="46382" y="860388"/>
        <a:ext cx="2480390" cy="1452092"/>
      </dsp:txXfrm>
    </dsp:sp>
    <dsp:sp modelId="{D0A0CCC2-B1D9-4125-9E05-83D0641045E4}">
      <dsp:nvSpPr>
        <dsp:cNvPr id="0" name=""/>
        <dsp:cNvSpPr/>
      </dsp:nvSpPr>
      <dsp:spPr>
        <a:xfrm>
          <a:off x="2798176" y="1267662"/>
          <a:ext cx="544997" cy="637544"/>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933450">
            <a:lnSpc>
              <a:spcPct val="90000"/>
            </a:lnSpc>
            <a:spcBef>
              <a:spcPct val="0"/>
            </a:spcBef>
            <a:spcAft>
              <a:spcPct val="35000"/>
            </a:spcAft>
            <a:buNone/>
          </a:pPr>
          <a:endParaRPr lang="en-US" sz="2100" kern="1200"/>
        </a:p>
      </dsp:txBody>
      <dsp:txXfrm>
        <a:off x="2798176" y="1395171"/>
        <a:ext cx="381498" cy="382526"/>
      </dsp:txXfrm>
    </dsp:sp>
    <dsp:sp modelId="{82F22665-7FDA-4BCF-A795-A14F3A9C9DDF}">
      <dsp:nvSpPr>
        <dsp:cNvPr id="0" name=""/>
        <dsp:cNvSpPr/>
      </dsp:nvSpPr>
      <dsp:spPr>
        <a:xfrm>
          <a:off x="3600248" y="815211"/>
          <a:ext cx="2570744" cy="1542446"/>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ctr" defTabSz="1155700">
            <a:lnSpc>
              <a:spcPct val="90000"/>
            </a:lnSpc>
            <a:spcBef>
              <a:spcPct val="0"/>
            </a:spcBef>
            <a:spcAft>
              <a:spcPct val="35000"/>
            </a:spcAft>
            <a:buNone/>
          </a:pPr>
          <a:r>
            <a:rPr lang="pl-PL" sz="2600" kern="1200"/>
            <a:t>2. Odzyskiwanie krawędzi</a:t>
          </a:r>
          <a:endParaRPr lang="en-US" sz="2600" kern="1200"/>
        </a:p>
      </dsp:txBody>
      <dsp:txXfrm>
        <a:off x="3645425" y="860388"/>
        <a:ext cx="2480390" cy="1452092"/>
      </dsp:txXfrm>
    </dsp:sp>
    <dsp:sp modelId="{DDDD99AC-2309-4BB3-966A-840691B0793D}">
      <dsp:nvSpPr>
        <dsp:cNvPr id="0" name=""/>
        <dsp:cNvSpPr/>
      </dsp:nvSpPr>
      <dsp:spPr>
        <a:xfrm rot="5400000">
          <a:off x="4613122" y="2537610"/>
          <a:ext cx="544997" cy="637544"/>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933450">
            <a:lnSpc>
              <a:spcPct val="90000"/>
            </a:lnSpc>
            <a:spcBef>
              <a:spcPct val="0"/>
            </a:spcBef>
            <a:spcAft>
              <a:spcPct val="35000"/>
            </a:spcAft>
            <a:buNone/>
          </a:pPr>
          <a:endParaRPr lang="en-US" sz="2100" kern="1200"/>
        </a:p>
      </dsp:txBody>
      <dsp:txXfrm rot="-5400000">
        <a:off x="4694358" y="2583884"/>
        <a:ext cx="382526" cy="381498"/>
      </dsp:txXfrm>
    </dsp:sp>
    <dsp:sp modelId="{D1DE5937-026B-4421-B778-24BC2658AF2E}">
      <dsp:nvSpPr>
        <dsp:cNvPr id="0" name=""/>
        <dsp:cNvSpPr/>
      </dsp:nvSpPr>
      <dsp:spPr>
        <a:xfrm>
          <a:off x="3600248" y="3385956"/>
          <a:ext cx="2570744" cy="1542446"/>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ctr" defTabSz="1155700">
            <a:lnSpc>
              <a:spcPct val="90000"/>
            </a:lnSpc>
            <a:spcBef>
              <a:spcPct val="0"/>
            </a:spcBef>
            <a:spcAft>
              <a:spcPct val="35000"/>
            </a:spcAft>
            <a:buNone/>
          </a:pPr>
          <a:r>
            <a:rPr lang="pl-PL" sz="2600" kern="1200" dirty="0"/>
            <a:t>3. Usuwanie trójkątów zewnętrznych</a:t>
          </a:r>
        </a:p>
      </dsp:txBody>
      <dsp:txXfrm>
        <a:off x="3645425" y="3431133"/>
        <a:ext cx="2480390" cy="145209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7CEBBD9-B5D2-4667-8304-EC3C1ECAF4D0}">
      <dsp:nvSpPr>
        <dsp:cNvPr id="0" name=""/>
        <dsp:cNvSpPr/>
      </dsp:nvSpPr>
      <dsp:spPr>
        <a:xfrm>
          <a:off x="0" y="98198"/>
          <a:ext cx="6172199" cy="1339284"/>
        </a:xfrm>
        <a:prstGeom prst="round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l" defTabSz="977900">
            <a:lnSpc>
              <a:spcPct val="90000"/>
            </a:lnSpc>
            <a:spcBef>
              <a:spcPct val="0"/>
            </a:spcBef>
            <a:spcAft>
              <a:spcPct val="35000"/>
            </a:spcAft>
            <a:buNone/>
          </a:pPr>
          <a:r>
            <a:rPr lang="pl-PL" sz="2200" kern="1200"/>
            <a:t>1. Znalezienie trójkąta, w którym zawiera się punkt.</a:t>
          </a:r>
          <a:endParaRPr lang="en-US" sz="2200" kern="1200"/>
        </a:p>
      </dsp:txBody>
      <dsp:txXfrm>
        <a:off x="65378" y="163576"/>
        <a:ext cx="6041443" cy="1208528"/>
      </dsp:txXfrm>
    </dsp:sp>
    <dsp:sp modelId="{12163712-AAE9-42E6-96F2-78227677272D}">
      <dsp:nvSpPr>
        <dsp:cNvPr id="0" name=""/>
        <dsp:cNvSpPr/>
      </dsp:nvSpPr>
      <dsp:spPr>
        <a:xfrm>
          <a:off x="0" y="1500843"/>
          <a:ext cx="6172199" cy="1339284"/>
        </a:xfrm>
        <a:prstGeom prst="roundRect">
          <a:avLst/>
        </a:prstGeom>
        <a:solidFill>
          <a:schemeClr val="accent2">
            <a:hueOff val="490014"/>
            <a:satOff val="-2097"/>
            <a:lumOff val="143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l" defTabSz="977900">
            <a:lnSpc>
              <a:spcPct val="90000"/>
            </a:lnSpc>
            <a:spcBef>
              <a:spcPct val="0"/>
            </a:spcBef>
            <a:spcAft>
              <a:spcPct val="35000"/>
            </a:spcAft>
            <a:buNone/>
          </a:pPr>
          <a:r>
            <a:rPr lang="pl-PL" sz="2200" kern="1200"/>
            <a:t>2. Znalezienie trójkątów, których okręgi opisane zwierają wstawiony punkt.</a:t>
          </a:r>
          <a:endParaRPr lang="en-US" sz="2200" kern="1200"/>
        </a:p>
      </dsp:txBody>
      <dsp:txXfrm>
        <a:off x="65378" y="1566221"/>
        <a:ext cx="6041443" cy="1208528"/>
      </dsp:txXfrm>
    </dsp:sp>
    <dsp:sp modelId="{C1563ACF-D7E2-4F8E-8548-DF6394468695}">
      <dsp:nvSpPr>
        <dsp:cNvPr id="0" name=""/>
        <dsp:cNvSpPr/>
      </dsp:nvSpPr>
      <dsp:spPr>
        <a:xfrm>
          <a:off x="0" y="2903487"/>
          <a:ext cx="6172199" cy="1339284"/>
        </a:xfrm>
        <a:prstGeom prst="roundRect">
          <a:avLst/>
        </a:prstGeom>
        <a:solidFill>
          <a:schemeClr val="accent2">
            <a:hueOff val="980028"/>
            <a:satOff val="-4193"/>
            <a:lumOff val="287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l" defTabSz="977900">
            <a:lnSpc>
              <a:spcPct val="90000"/>
            </a:lnSpc>
            <a:spcBef>
              <a:spcPct val="0"/>
            </a:spcBef>
            <a:spcAft>
              <a:spcPct val="35000"/>
            </a:spcAft>
            <a:buNone/>
          </a:pPr>
          <a:r>
            <a:rPr lang="pl-PL" sz="2200" kern="1200"/>
            <a:t>3. Usunięcie znalezionych trójkątów.</a:t>
          </a:r>
          <a:endParaRPr lang="en-US" sz="2200" kern="1200"/>
        </a:p>
      </dsp:txBody>
      <dsp:txXfrm>
        <a:off x="65378" y="2968865"/>
        <a:ext cx="6041443" cy="1208528"/>
      </dsp:txXfrm>
    </dsp:sp>
    <dsp:sp modelId="{C446E5B6-E284-4BF9-8DF8-7E22041F1996}">
      <dsp:nvSpPr>
        <dsp:cNvPr id="0" name=""/>
        <dsp:cNvSpPr/>
      </dsp:nvSpPr>
      <dsp:spPr>
        <a:xfrm>
          <a:off x="0" y="4306131"/>
          <a:ext cx="6172199" cy="1339284"/>
        </a:xfrm>
        <a:prstGeom prst="roundRect">
          <a:avLst/>
        </a:prstGeom>
        <a:solidFill>
          <a:schemeClr val="accent2">
            <a:hueOff val="1470042"/>
            <a:satOff val="-6290"/>
            <a:lumOff val="431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l" defTabSz="977900">
            <a:lnSpc>
              <a:spcPct val="90000"/>
            </a:lnSpc>
            <a:spcBef>
              <a:spcPct val="0"/>
            </a:spcBef>
            <a:spcAft>
              <a:spcPct val="35000"/>
            </a:spcAft>
            <a:buNone/>
          </a:pPr>
          <a:r>
            <a:rPr lang="pl-PL" sz="2200" kern="1200"/>
            <a:t>4. Utworzenie  nowych trójkątów spełniających warunki triangulacji Delaunay’a.</a:t>
          </a:r>
          <a:endParaRPr lang="en-US" sz="2200" kern="1200"/>
        </a:p>
      </dsp:txBody>
      <dsp:txXfrm>
        <a:off x="65378" y="4371509"/>
        <a:ext cx="6041443" cy="1208528"/>
      </dsp:txXfrm>
    </dsp:sp>
  </dsp:spTree>
</dsp:drawing>
</file>

<file path=ppt/diagrams/layout1.xml><?xml version="1.0" encoding="utf-8"?>
<dgm:layoutDef xmlns:dgm="http://schemas.openxmlformats.org/drawingml/2006/diagram" xmlns:a="http://schemas.openxmlformats.org/drawingml/2006/main" uniqueId="urn:microsoft.com/office/officeart/2005/8/layout/process5">
  <dgm:title val=""/>
  <dgm:desc val=""/>
  <dgm:catLst>
    <dgm:cat type="process" pri="17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diagram">
    <dgm:varLst>
      <dgm:dir/>
      <dgm:resizeHandles val="exact"/>
    </dgm:varLst>
    <dgm:choose name="Name0">
      <dgm:if name="Name1" axis="self" func="var" arg="dir" op="equ" val="norm">
        <dgm:alg type="snake">
          <dgm:param type="grDir" val="tL"/>
          <dgm:param type="flowDir" val="row"/>
          <dgm:param type="contDir" val="revDir"/>
          <dgm:param type="bkpt" val="endCnv"/>
        </dgm:alg>
      </dgm:if>
      <dgm:else name="Name2">
        <dgm:alg type="snake">
          <dgm:param type="grDir" val="tR"/>
          <dgm:param type="flowDir" val="row"/>
          <dgm:param type="contDir" val="rev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4"/>
      <dgm:constr type="sp" refType="w" refFor="ch" refForName="sibTrans"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01-02T15:06:30.312"/>
    </inkml:context>
    <inkml:brush xml:id="br0">
      <inkml:brushProperty name="width" value="0.2" units="cm"/>
      <inkml:brushProperty name="height" value="0.4" units="cm"/>
      <inkml:brushProperty name="color" value="#FF8517"/>
      <inkml:brushProperty name="tip" value="rectangle"/>
      <inkml:brushProperty name="rasterOp" value="maskPen"/>
      <inkml:brushProperty name="ignorePressure" value="1"/>
    </inkml:brush>
  </inkml:definitions>
  <inkml:trace contextRef="#ctx0" brushRef="#br0">0 1,'5498'8150,"-5489"-8136</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01-02T15:06:50.139"/>
    </inkml:context>
    <inkml:brush xml:id="br0">
      <inkml:brushProperty name="width" value="0.2" units="cm"/>
      <inkml:brushProperty name="height" value="0.4" units="cm"/>
      <inkml:brushProperty name="color" value="#FF8517"/>
      <inkml:brushProperty name="tip" value="rectangle"/>
      <inkml:brushProperty name="rasterOp" value="maskPen"/>
      <inkml:brushProperty name="ignorePressure" value="1"/>
    </inkml:brush>
  </inkml:definitions>
  <inkml:trace contextRef="#ctx0" brushRef="#br0">1 1,'1277'6570,"-1273"-6547</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01-02T15:07:17.650"/>
    </inkml:context>
    <inkml:brush xml:id="br0">
      <inkml:brushProperty name="width" value="0.2" units="cm"/>
      <inkml:brushProperty name="height" value="0.4" units="cm"/>
      <inkml:brushProperty name="color" value="#FF8517"/>
      <inkml:brushProperty name="tip" value="rectangle"/>
      <inkml:brushProperty name="rasterOp" value="maskPen"/>
      <inkml:brushProperty name="ignorePressure" value="1"/>
    </inkml:brush>
  </inkml:definitions>
  <inkml:trace contextRef="#ctx0" brushRef="#br0">1442 1,'-1438'6767,"1434"-6750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01-02T15:07:48.251"/>
    </inkml:context>
    <inkml:brush xml:id="br0">
      <inkml:brushProperty name="width" value="0.2" units="cm"/>
      <inkml:brushProperty name="height" value="0.4" units="cm"/>
      <inkml:brushProperty name="color" value="#FF8517"/>
      <inkml:brushProperty name="tip" value="rectangle"/>
      <inkml:brushProperty name="rasterOp" value="maskPen"/>
      <inkml:brushProperty name="ignorePressure" value="1"/>
    </inkml:brush>
  </inkml:definitions>
  <inkml:trace contextRef="#ctx0" brushRef="#br0">1 46,'2573'-45,"-2554"45</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01-02T15:07:59.858"/>
    </inkml:context>
    <inkml:brush xml:id="br0">
      <inkml:brushProperty name="width" value="0.2" units="cm"/>
      <inkml:brushProperty name="height" value="0.4" units="cm"/>
      <inkml:brushProperty name="color" value="#FF8517"/>
      <inkml:brushProperty name="tip" value="rectangle"/>
      <inkml:brushProperty name="rasterOp" value="maskPen"/>
      <inkml:brushProperty name="ignorePressure" value="1"/>
    </inkml:brush>
  </inkml:definitions>
  <inkml:trace contextRef="#ctx0" brushRef="#br0">1 1,'3932'1277,"-3912"-1270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01-02T15:08:46.019"/>
    </inkml:context>
    <inkml:brush xml:id="br0">
      <inkml:brushProperty name="width" value="0.2" units="cm"/>
      <inkml:brushProperty name="height" value="0.4" units="cm"/>
      <inkml:brushProperty name="color" value="#00F900"/>
      <inkml:brushProperty name="tip" value="rectangle"/>
      <inkml:brushProperty name="rasterOp" value="maskPen"/>
      <inkml:brushProperty name="ignorePressure" value="1"/>
    </inkml:brush>
  </inkml:definitions>
  <inkml:trace contextRef="#ctx0" brushRef="#br0">1 1,'1313'3814,"-1306"-3793</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01-02T15:09:02.795"/>
    </inkml:context>
    <inkml:brush xml:id="br0">
      <inkml:brushProperty name="width" value="0.2" units="cm"/>
      <inkml:brushProperty name="height" value="0.4" units="cm"/>
      <inkml:brushProperty name="color" value="#00F900"/>
      <inkml:brushProperty name="tip" value="rectangle"/>
      <inkml:brushProperty name="rasterOp" value="maskPen"/>
      <inkml:brushProperty name="ignorePressure" value="1"/>
    </inkml:brush>
  </inkml:definitions>
  <inkml:trace contextRef="#ctx0" brushRef="#br0">0 0,'3974'3974,"-3963"-3962</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01-02T15:09:16.841"/>
    </inkml:context>
    <inkml:brush xml:id="br0">
      <inkml:brushProperty name="width" value="0.2" units="cm"/>
      <inkml:brushProperty name="height" value="0.4" units="cm"/>
      <inkml:brushProperty name="color" value="#00F900"/>
      <inkml:brushProperty name="tip" value="rectangle"/>
      <inkml:brushProperty name="rasterOp" value="maskPen"/>
      <inkml:brushProperty name="ignorePressure" value="1"/>
    </inkml:brush>
  </inkml:definitions>
  <inkml:trace contextRef="#ctx0" brushRef="#br0">0 1,'0'2486,"0"-2463</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01-02T15:09:29.279"/>
    </inkml:context>
    <inkml:brush xml:id="br0">
      <inkml:brushProperty name="width" value="0.2" units="cm"/>
      <inkml:brushProperty name="height" value="0.4" units="cm"/>
      <inkml:brushProperty name="color" value="#00F900"/>
      <inkml:brushProperty name="tip" value="rectangle"/>
      <inkml:brushProperty name="rasterOp" value="maskPen"/>
      <inkml:brushProperty name="ignorePressure" value="1"/>
    </inkml:brush>
  </inkml:definitions>
  <inkml:trace contextRef="#ctx0" brushRef="#br0">2620 0,'-2608'2608,"2597"-2597</inkml:trace>
</inkml:ink>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53B052-A59B-4AE3-A89A-E7748630C15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BDA9EC4-FEA9-41D2-BE8D-F709F01D375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6E155CF-52F5-4879-B7F3-D05812AC4A6D}"/>
              </a:ext>
            </a:extLst>
          </p:cNvPr>
          <p:cNvSpPr>
            <a:spLocks noGrp="1"/>
          </p:cNvSpPr>
          <p:nvPr>
            <p:ph type="dt" sz="half" idx="10"/>
          </p:nvPr>
        </p:nvSpPr>
        <p:spPr/>
        <p:txBody>
          <a:bodyPr/>
          <a:lstStyle/>
          <a:p>
            <a:fld id="{65B910DF-B555-4D30-B35E-2297D59E32D0}" type="datetime1">
              <a:rPr lang="en-US" smtClean="0"/>
              <a:t>1/2/2024</a:t>
            </a:fld>
            <a:endParaRPr lang="en-US" dirty="0"/>
          </a:p>
        </p:txBody>
      </p:sp>
      <p:sp>
        <p:nvSpPr>
          <p:cNvPr id="5" name="Footer Placeholder 4">
            <a:extLst>
              <a:ext uri="{FF2B5EF4-FFF2-40B4-BE49-F238E27FC236}">
                <a16:creationId xmlns:a16="http://schemas.microsoft.com/office/drawing/2014/main" id="{80D053AC-61ED-4C2F-90BF-D4A916545107}"/>
              </a:ext>
            </a:extLst>
          </p:cNvPr>
          <p:cNvSpPr>
            <a:spLocks noGrp="1"/>
          </p:cNvSpPr>
          <p:nvPr>
            <p:ph type="ftr" sz="quarter" idx="11"/>
          </p:nvPr>
        </p:nvSpPr>
        <p:spPr/>
        <p:txBody>
          <a:bodyPr/>
          <a:lstStyle/>
          <a:p>
            <a:r>
              <a:rPr lang="en-US"/>
              <a:t>Sample Footer Text</a:t>
            </a:r>
            <a:endParaRPr lang="en-US" dirty="0"/>
          </a:p>
        </p:txBody>
      </p:sp>
      <p:sp>
        <p:nvSpPr>
          <p:cNvPr id="6" name="Slide Number Placeholder 5">
            <a:extLst>
              <a:ext uri="{FF2B5EF4-FFF2-40B4-BE49-F238E27FC236}">
                <a16:creationId xmlns:a16="http://schemas.microsoft.com/office/drawing/2014/main" id="{138B2ED7-A198-4613-B8C9-EE02BAE24FA4}"/>
              </a:ext>
            </a:extLst>
          </p:cNvPr>
          <p:cNvSpPr>
            <a:spLocks noGrp="1"/>
          </p:cNvSpPr>
          <p:nvPr>
            <p:ph type="sldNum" sz="quarter" idx="12"/>
          </p:nvPr>
        </p:nvSpPr>
        <p:spPr/>
        <p:txBody>
          <a:bodyPr/>
          <a:lstStyle/>
          <a:p>
            <a:fld id="{DFA5D71E-5CDF-4C93-8A75-5B916FDC5BEA}" type="slidenum">
              <a:rPr lang="en-US" smtClean="0"/>
              <a:pPr/>
              <a:t>‹#›</a:t>
            </a:fld>
            <a:endParaRPr lang="en-US" dirty="0"/>
          </a:p>
        </p:txBody>
      </p:sp>
    </p:spTree>
    <p:extLst>
      <p:ext uri="{BB962C8B-B14F-4D97-AF65-F5344CB8AC3E}">
        <p14:creationId xmlns:p14="http://schemas.microsoft.com/office/powerpoint/2010/main" val="354869112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B98991-AEF1-4F19-AAB8-436EAD58C28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D25B44F-E7DA-40C6-8B44-71EAB6BDFC98}"/>
              </a:ext>
            </a:extLst>
          </p:cNvPr>
          <p:cNvSpPr>
            <a:spLocks noGrp="1"/>
          </p:cNvSpPr>
          <p:nvPr>
            <p:ph idx="1"/>
          </p:nvPr>
        </p:nvSpPr>
        <p:spPr/>
        <p:txBody>
          <a:bodyPr/>
          <a:lstStyle>
            <a:lvl2pPr marL="685800" indent="-228600">
              <a:buFont typeface="Courier New" panose="02070309020205020404" pitchFamily="49" charset="0"/>
              <a:buChar char="o"/>
              <a:defRPr/>
            </a:lvl2pPr>
            <a:lvl4pPr marL="1600200" indent="-228600">
              <a:buFont typeface="Courier New" panose="02070309020205020404" pitchFamily="49" charset="0"/>
              <a:buChar char="o"/>
              <a:defRPr/>
            </a:lvl4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A1F71817-A045-48C0-975B-CBEF88E9561E}"/>
              </a:ext>
            </a:extLst>
          </p:cNvPr>
          <p:cNvSpPr>
            <a:spLocks noGrp="1"/>
          </p:cNvSpPr>
          <p:nvPr>
            <p:ph type="dt" sz="half" idx="10"/>
          </p:nvPr>
        </p:nvSpPr>
        <p:spPr/>
        <p:txBody>
          <a:bodyPr/>
          <a:lstStyle/>
          <a:p>
            <a:fld id="{0DF2F1F9-9322-493A-A9EE-BB75692CE5F5}" type="datetime1">
              <a:rPr lang="en-US" smtClean="0"/>
              <a:t>1/2/2024</a:t>
            </a:fld>
            <a:endParaRPr lang="en-US" dirty="0"/>
          </a:p>
        </p:txBody>
      </p:sp>
      <p:sp>
        <p:nvSpPr>
          <p:cNvPr id="5" name="Footer Placeholder 4">
            <a:extLst>
              <a:ext uri="{FF2B5EF4-FFF2-40B4-BE49-F238E27FC236}">
                <a16:creationId xmlns:a16="http://schemas.microsoft.com/office/drawing/2014/main" id="{B61C39F0-32D4-407C-8BCA-97F2D9E500C9}"/>
              </a:ext>
            </a:extLst>
          </p:cNvPr>
          <p:cNvSpPr>
            <a:spLocks noGrp="1"/>
          </p:cNvSpPr>
          <p:nvPr>
            <p:ph type="ftr" sz="quarter" idx="11"/>
          </p:nvPr>
        </p:nvSpPr>
        <p:spPr/>
        <p:txBody>
          <a:bodyPr/>
          <a:lstStyle/>
          <a:p>
            <a:r>
              <a:rPr lang="en-US"/>
              <a:t>Sample Footer Text</a:t>
            </a:r>
            <a:endParaRPr lang="en-US" dirty="0"/>
          </a:p>
        </p:txBody>
      </p:sp>
      <p:sp>
        <p:nvSpPr>
          <p:cNvPr id="6" name="Slide Number Placeholder 5">
            <a:extLst>
              <a:ext uri="{FF2B5EF4-FFF2-40B4-BE49-F238E27FC236}">
                <a16:creationId xmlns:a16="http://schemas.microsoft.com/office/drawing/2014/main" id="{99CF4459-37B2-4F87-B508-DB04D4332067}"/>
              </a:ext>
            </a:extLst>
          </p:cNvPr>
          <p:cNvSpPr>
            <a:spLocks noGrp="1"/>
          </p:cNvSpPr>
          <p:nvPr>
            <p:ph type="sldNum" sz="quarter" idx="12"/>
          </p:nvPr>
        </p:nvSpPr>
        <p:spPr/>
        <p:txBody>
          <a:bodyPr/>
          <a:lstStyle/>
          <a:p>
            <a:fld id="{DFA5D71E-5CDF-4C93-8A75-5B916FDC5BEA}" type="slidenum">
              <a:rPr lang="en-US" smtClean="0"/>
              <a:pPr/>
              <a:t>‹#›</a:t>
            </a:fld>
            <a:endParaRPr lang="en-US" dirty="0"/>
          </a:p>
        </p:txBody>
      </p:sp>
    </p:spTree>
    <p:extLst>
      <p:ext uri="{BB962C8B-B14F-4D97-AF65-F5344CB8AC3E}">
        <p14:creationId xmlns:p14="http://schemas.microsoft.com/office/powerpoint/2010/main" val="114819140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CBBD03-9D57-48E9-8B43-688B7299727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783F376C-8A2F-4BE5-9669-4A6DA21B771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2654893-212E-4450-8F7A-27256B31F9FB}"/>
              </a:ext>
            </a:extLst>
          </p:cNvPr>
          <p:cNvSpPr>
            <a:spLocks noGrp="1"/>
          </p:cNvSpPr>
          <p:nvPr>
            <p:ph type="dt" sz="half" idx="10"/>
          </p:nvPr>
        </p:nvSpPr>
        <p:spPr/>
        <p:txBody>
          <a:bodyPr/>
          <a:lstStyle/>
          <a:p>
            <a:fld id="{7858DE51-4D5E-4D23-8181-86A5B05D5351}" type="datetime1">
              <a:rPr lang="en-US" smtClean="0"/>
              <a:t>1/2/2024</a:t>
            </a:fld>
            <a:endParaRPr lang="en-US" dirty="0"/>
          </a:p>
        </p:txBody>
      </p:sp>
      <p:sp>
        <p:nvSpPr>
          <p:cNvPr id="5" name="Footer Placeholder 4">
            <a:extLst>
              <a:ext uri="{FF2B5EF4-FFF2-40B4-BE49-F238E27FC236}">
                <a16:creationId xmlns:a16="http://schemas.microsoft.com/office/drawing/2014/main" id="{600E881A-3958-44A9-9EDB-D86F4E4144C0}"/>
              </a:ext>
            </a:extLst>
          </p:cNvPr>
          <p:cNvSpPr>
            <a:spLocks noGrp="1"/>
          </p:cNvSpPr>
          <p:nvPr>
            <p:ph type="ftr" sz="quarter" idx="11"/>
          </p:nvPr>
        </p:nvSpPr>
        <p:spPr/>
        <p:txBody>
          <a:bodyPr/>
          <a:lstStyle/>
          <a:p>
            <a:r>
              <a:rPr lang="en-US"/>
              <a:t>Sample Footer Text</a:t>
            </a:r>
            <a:endParaRPr lang="en-US" dirty="0"/>
          </a:p>
        </p:txBody>
      </p:sp>
      <p:sp>
        <p:nvSpPr>
          <p:cNvPr id="6" name="Slide Number Placeholder 5">
            <a:extLst>
              <a:ext uri="{FF2B5EF4-FFF2-40B4-BE49-F238E27FC236}">
                <a16:creationId xmlns:a16="http://schemas.microsoft.com/office/drawing/2014/main" id="{CFEDBC4F-D9B8-4BFA-BE4F-D4B9B739D1BA}"/>
              </a:ext>
            </a:extLst>
          </p:cNvPr>
          <p:cNvSpPr>
            <a:spLocks noGrp="1"/>
          </p:cNvSpPr>
          <p:nvPr>
            <p:ph type="sldNum" sz="quarter" idx="12"/>
          </p:nvPr>
        </p:nvSpPr>
        <p:spPr/>
        <p:txBody>
          <a:bodyPr/>
          <a:lstStyle/>
          <a:p>
            <a:fld id="{DFA5D71E-5CDF-4C93-8A75-5B916FDC5BEA}" type="slidenum">
              <a:rPr lang="en-US" smtClean="0"/>
              <a:pPr/>
              <a:t>‹#›</a:t>
            </a:fld>
            <a:endParaRPr lang="en-US" dirty="0"/>
          </a:p>
        </p:txBody>
      </p:sp>
    </p:spTree>
    <p:extLst>
      <p:ext uri="{BB962C8B-B14F-4D97-AF65-F5344CB8AC3E}">
        <p14:creationId xmlns:p14="http://schemas.microsoft.com/office/powerpoint/2010/main" val="34719975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DC8777-C460-4649-8822-CA943386D06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FDF69E6-1094-437B-AA7E-0E21B7136CCA}"/>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20BC963-4591-4BE3-AE63-4999A13C505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504D5BB-DB84-4266-9B4F-E65CCFE5B310}"/>
              </a:ext>
            </a:extLst>
          </p:cNvPr>
          <p:cNvSpPr>
            <a:spLocks noGrp="1"/>
          </p:cNvSpPr>
          <p:nvPr>
            <p:ph type="dt" sz="half" idx="10"/>
          </p:nvPr>
        </p:nvSpPr>
        <p:spPr/>
        <p:txBody>
          <a:bodyPr/>
          <a:lstStyle/>
          <a:p>
            <a:fld id="{9C399FCA-87F3-427A-B1A2-15346103C68A}" type="datetime1">
              <a:rPr lang="en-US" smtClean="0"/>
              <a:t>1/2/2024</a:t>
            </a:fld>
            <a:endParaRPr lang="en-US" dirty="0"/>
          </a:p>
        </p:txBody>
      </p:sp>
      <p:sp>
        <p:nvSpPr>
          <p:cNvPr id="6" name="Footer Placeholder 5">
            <a:extLst>
              <a:ext uri="{FF2B5EF4-FFF2-40B4-BE49-F238E27FC236}">
                <a16:creationId xmlns:a16="http://schemas.microsoft.com/office/drawing/2014/main" id="{891A99B5-D493-4AB1-AF24-6660540D56AD}"/>
              </a:ext>
            </a:extLst>
          </p:cNvPr>
          <p:cNvSpPr>
            <a:spLocks noGrp="1"/>
          </p:cNvSpPr>
          <p:nvPr>
            <p:ph type="ftr" sz="quarter" idx="11"/>
          </p:nvPr>
        </p:nvSpPr>
        <p:spPr/>
        <p:txBody>
          <a:bodyPr/>
          <a:lstStyle/>
          <a:p>
            <a:r>
              <a:rPr lang="en-US"/>
              <a:t>Sample Footer Text</a:t>
            </a:r>
            <a:endParaRPr lang="en-US" dirty="0"/>
          </a:p>
        </p:txBody>
      </p:sp>
      <p:sp>
        <p:nvSpPr>
          <p:cNvPr id="7" name="Slide Number Placeholder 6">
            <a:extLst>
              <a:ext uri="{FF2B5EF4-FFF2-40B4-BE49-F238E27FC236}">
                <a16:creationId xmlns:a16="http://schemas.microsoft.com/office/drawing/2014/main" id="{BFE178D0-5F1E-43FA-B447-53501EDD17C0}"/>
              </a:ext>
            </a:extLst>
          </p:cNvPr>
          <p:cNvSpPr>
            <a:spLocks noGrp="1"/>
          </p:cNvSpPr>
          <p:nvPr>
            <p:ph type="sldNum" sz="quarter" idx="12"/>
          </p:nvPr>
        </p:nvSpPr>
        <p:spPr/>
        <p:txBody>
          <a:bodyPr/>
          <a:lstStyle/>
          <a:p>
            <a:fld id="{DFA5D71E-5CDF-4C93-8A75-5B916FDC5BEA}" type="slidenum">
              <a:rPr lang="en-US" smtClean="0"/>
              <a:pPr/>
              <a:t>‹#›</a:t>
            </a:fld>
            <a:endParaRPr lang="en-US" dirty="0"/>
          </a:p>
        </p:txBody>
      </p:sp>
    </p:spTree>
    <p:extLst>
      <p:ext uri="{BB962C8B-B14F-4D97-AF65-F5344CB8AC3E}">
        <p14:creationId xmlns:p14="http://schemas.microsoft.com/office/powerpoint/2010/main" val="350401505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DC85CC-8D2B-4219-A2A4-1625A02DFECD}"/>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D6143C8-1CF7-440E-99A3-0527314598C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EEFF5CA-4662-4430-80C7-99CD7D66C9C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76CB5B7-DC23-41CE-872B-E25BD64F84A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DF7633C-C24D-4947-979C-132B3AC405A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E8A46E1-3934-4807-900F-CA7A4D8D66B3}"/>
              </a:ext>
            </a:extLst>
          </p:cNvPr>
          <p:cNvSpPr>
            <a:spLocks noGrp="1"/>
          </p:cNvSpPr>
          <p:nvPr>
            <p:ph type="dt" sz="half" idx="10"/>
          </p:nvPr>
        </p:nvSpPr>
        <p:spPr/>
        <p:txBody>
          <a:bodyPr/>
          <a:lstStyle/>
          <a:p>
            <a:fld id="{693DF709-7E2D-49E6-A629-D8E3363D194F}" type="datetime1">
              <a:rPr lang="en-US" smtClean="0"/>
              <a:t>1/2/2024</a:t>
            </a:fld>
            <a:endParaRPr lang="en-US" dirty="0"/>
          </a:p>
        </p:txBody>
      </p:sp>
      <p:sp>
        <p:nvSpPr>
          <p:cNvPr id="8" name="Footer Placeholder 7">
            <a:extLst>
              <a:ext uri="{FF2B5EF4-FFF2-40B4-BE49-F238E27FC236}">
                <a16:creationId xmlns:a16="http://schemas.microsoft.com/office/drawing/2014/main" id="{4BC9C6EA-1549-4601-8226-E5C43469CAFE}"/>
              </a:ext>
            </a:extLst>
          </p:cNvPr>
          <p:cNvSpPr>
            <a:spLocks noGrp="1"/>
          </p:cNvSpPr>
          <p:nvPr>
            <p:ph type="ftr" sz="quarter" idx="11"/>
          </p:nvPr>
        </p:nvSpPr>
        <p:spPr/>
        <p:txBody>
          <a:bodyPr/>
          <a:lstStyle/>
          <a:p>
            <a:r>
              <a:rPr lang="en-US"/>
              <a:t>Sample Footer Text</a:t>
            </a:r>
            <a:endParaRPr lang="en-US" dirty="0"/>
          </a:p>
        </p:txBody>
      </p:sp>
      <p:sp>
        <p:nvSpPr>
          <p:cNvPr id="9" name="Slide Number Placeholder 8">
            <a:extLst>
              <a:ext uri="{FF2B5EF4-FFF2-40B4-BE49-F238E27FC236}">
                <a16:creationId xmlns:a16="http://schemas.microsoft.com/office/drawing/2014/main" id="{F3658246-003D-4024-9F4B-BA3BD3FBFFBC}"/>
              </a:ext>
            </a:extLst>
          </p:cNvPr>
          <p:cNvSpPr>
            <a:spLocks noGrp="1"/>
          </p:cNvSpPr>
          <p:nvPr>
            <p:ph type="sldNum" sz="quarter" idx="12"/>
          </p:nvPr>
        </p:nvSpPr>
        <p:spPr/>
        <p:txBody>
          <a:bodyPr/>
          <a:lstStyle/>
          <a:p>
            <a:fld id="{DFA5D71E-5CDF-4C93-8A75-5B916FDC5BEA}" type="slidenum">
              <a:rPr lang="en-US" smtClean="0"/>
              <a:pPr/>
              <a:t>‹#›</a:t>
            </a:fld>
            <a:endParaRPr lang="en-US" dirty="0"/>
          </a:p>
        </p:txBody>
      </p:sp>
    </p:spTree>
    <p:extLst>
      <p:ext uri="{BB962C8B-B14F-4D97-AF65-F5344CB8AC3E}">
        <p14:creationId xmlns:p14="http://schemas.microsoft.com/office/powerpoint/2010/main" val="159395687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B2DD4C-BFBC-4087-B94C-4DD0690E838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EB9D434-8228-4C7F-B520-14121EBC903B}"/>
              </a:ext>
            </a:extLst>
          </p:cNvPr>
          <p:cNvSpPr>
            <a:spLocks noGrp="1"/>
          </p:cNvSpPr>
          <p:nvPr>
            <p:ph type="dt" sz="half" idx="10"/>
          </p:nvPr>
        </p:nvSpPr>
        <p:spPr/>
        <p:txBody>
          <a:bodyPr/>
          <a:lstStyle/>
          <a:p>
            <a:fld id="{85D0A921-9375-4BAA-A7C2-7975528669FA}" type="datetime1">
              <a:rPr lang="en-US" smtClean="0"/>
              <a:t>1/2/2024</a:t>
            </a:fld>
            <a:endParaRPr lang="en-US" dirty="0"/>
          </a:p>
        </p:txBody>
      </p:sp>
      <p:sp>
        <p:nvSpPr>
          <p:cNvPr id="4" name="Footer Placeholder 3">
            <a:extLst>
              <a:ext uri="{FF2B5EF4-FFF2-40B4-BE49-F238E27FC236}">
                <a16:creationId xmlns:a16="http://schemas.microsoft.com/office/drawing/2014/main" id="{997B89BD-A70A-48D2-A3D9-DB2C0DB123B4}"/>
              </a:ext>
            </a:extLst>
          </p:cNvPr>
          <p:cNvSpPr>
            <a:spLocks noGrp="1"/>
          </p:cNvSpPr>
          <p:nvPr>
            <p:ph type="ftr" sz="quarter" idx="11"/>
          </p:nvPr>
        </p:nvSpPr>
        <p:spPr/>
        <p:txBody>
          <a:bodyPr/>
          <a:lstStyle/>
          <a:p>
            <a:r>
              <a:rPr lang="en-US"/>
              <a:t>Sample Footer Text</a:t>
            </a:r>
            <a:endParaRPr lang="en-US" dirty="0"/>
          </a:p>
        </p:txBody>
      </p:sp>
      <p:sp>
        <p:nvSpPr>
          <p:cNvPr id="5" name="Slide Number Placeholder 4">
            <a:extLst>
              <a:ext uri="{FF2B5EF4-FFF2-40B4-BE49-F238E27FC236}">
                <a16:creationId xmlns:a16="http://schemas.microsoft.com/office/drawing/2014/main" id="{B4ACF4EF-5A2A-4A47-81DF-80CB513060F6}"/>
              </a:ext>
            </a:extLst>
          </p:cNvPr>
          <p:cNvSpPr>
            <a:spLocks noGrp="1"/>
          </p:cNvSpPr>
          <p:nvPr>
            <p:ph type="sldNum" sz="quarter" idx="12"/>
          </p:nvPr>
        </p:nvSpPr>
        <p:spPr/>
        <p:txBody>
          <a:bodyPr/>
          <a:lstStyle/>
          <a:p>
            <a:fld id="{DFA5D71E-5CDF-4C93-8A75-5B916FDC5BEA}" type="slidenum">
              <a:rPr lang="en-US" smtClean="0"/>
              <a:pPr/>
              <a:t>‹#›</a:t>
            </a:fld>
            <a:endParaRPr lang="en-US" dirty="0"/>
          </a:p>
        </p:txBody>
      </p:sp>
    </p:spTree>
    <p:extLst>
      <p:ext uri="{BB962C8B-B14F-4D97-AF65-F5344CB8AC3E}">
        <p14:creationId xmlns:p14="http://schemas.microsoft.com/office/powerpoint/2010/main" val="71709556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18B9F00-8450-475B-B155-993BAF212AF6}"/>
              </a:ext>
            </a:extLst>
          </p:cNvPr>
          <p:cNvSpPr>
            <a:spLocks noGrp="1"/>
          </p:cNvSpPr>
          <p:nvPr>
            <p:ph type="dt" sz="half" idx="10"/>
          </p:nvPr>
        </p:nvSpPr>
        <p:spPr/>
        <p:txBody>
          <a:bodyPr/>
          <a:lstStyle/>
          <a:p>
            <a:fld id="{A5D25425-F285-48AE-A409-A618E3EEA628}" type="datetime1">
              <a:rPr lang="en-US" smtClean="0"/>
              <a:t>1/2/2024</a:t>
            </a:fld>
            <a:endParaRPr lang="en-US" dirty="0"/>
          </a:p>
        </p:txBody>
      </p:sp>
      <p:sp>
        <p:nvSpPr>
          <p:cNvPr id="3" name="Footer Placeholder 2">
            <a:extLst>
              <a:ext uri="{FF2B5EF4-FFF2-40B4-BE49-F238E27FC236}">
                <a16:creationId xmlns:a16="http://schemas.microsoft.com/office/drawing/2014/main" id="{5C0FDDA3-8E6F-42F7-BFBE-7FA9C647CA4E}"/>
              </a:ext>
            </a:extLst>
          </p:cNvPr>
          <p:cNvSpPr>
            <a:spLocks noGrp="1"/>
          </p:cNvSpPr>
          <p:nvPr>
            <p:ph type="ftr" sz="quarter" idx="11"/>
          </p:nvPr>
        </p:nvSpPr>
        <p:spPr/>
        <p:txBody>
          <a:bodyPr/>
          <a:lstStyle/>
          <a:p>
            <a:r>
              <a:rPr lang="en-US"/>
              <a:t>Sample Footer Text</a:t>
            </a:r>
            <a:endParaRPr lang="en-US" dirty="0"/>
          </a:p>
        </p:txBody>
      </p:sp>
      <p:sp>
        <p:nvSpPr>
          <p:cNvPr id="4" name="Slide Number Placeholder 3">
            <a:extLst>
              <a:ext uri="{FF2B5EF4-FFF2-40B4-BE49-F238E27FC236}">
                <a16:creationId xmlns:a16="http://schemas.microsoft.com/office/drawing/2014/main" id="{B6C8E678-81B8-4356-9624-A0B999536312}"/>
              </a:ext>
            </a:extLst>
          </p:cNvPr>
          <p:cNvSpPr>
            <a:spLocks noGrp="1"/>
          </p:cNvSpPr>
          <p:nvPr>
            <p:ph type="sldNum" sz="quarter" idx="12"/>
          </p:nvPr>
        </p:nvSpPr>
        <p:spPr/>
        <p:txBody>
          <a:bodyPr/>
          <a:lstStyle/>
          <a:p>
            <a:fld id="{DFA5D71E-5CDF-4C93-8A75-5B916FDC5BEA}" type="slidenum">
              <a:rPr lang="en-US" smtClean="0"/>
              <a:pPr/>
              <a:t>‹#›</a:t>
            </a:fld>
            <a:endParaRPr lang="en-US" dirty="0"/>
          </a:p>
        </p:txBody>
      </p:sp>
    </p:spTree>
    <p:extLst>
      <p:ext uri="{BB962C8B-B14F-4D97-AF65-F5344CB8AC3E}">
        <p14:creationId xmlns:p14="http://schemas.microsoft.com/office/powerpoint/2010/main" val="257486991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010DAA-DDE3-4C9C-8171-385A3DAC81C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AAF73DB2-BD72-4F5E-9CA2-197343A0908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1F01536-2B0A-42A2-827E-2EB2C324A5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722CD09-61EF-4733-831C-5B133DAE1F4C}"/>
              </a:ext>
            </a:extLst>
          </p:cNvPr>
          <p:cNvSpPr>
            <a:spLocks noGrp="1"/>
          </p:cNvSpPr>
          <p:nvPr>
            <p:ph type="dt" sz="half" idx="10"/>
          </p:nvPr>
        </p:nvSpPr>
        <p:spPr/>
        <p:txBody>
          <a:bodyPr/>
          <a:lstStyle/>
          <a:p>
            <a:fld id="{EB56A94D-7D6A-4378-93F6-A3A33186E34B}" type="datetime1">
              <a:rPr lang="en-US" smtClean="0"/>
              <a:t>1/2/2024</a:t>
            </a:fld>
            <a:endParaRPr lang="en-US" dirty="0"/>
          </a:p>
        </p:txBody>
      </p:sp>
      <p:sp>
        <p:nvSpPr>
          <p:cNvPr id="6" name="Footer Placeholder 5">
            <a:extLst>
              <a:ext uri="{FF2B5EF4-FFF2-40B4-BE49-F238E27FC236}">
                <a16:creationId xmlns:a16="http://schemas.microsoft.com/office/drawing/2014/main" id="{5B109FCF-96E4-4EBF-AAFB-5E9AD22A68AE}"/>
              </a:ext>
            </a:extLst>
          </p:cNvPr>
          <p:cNvSpPr>
            <a:spLocks noGrp="1"/>
          </p:cNvSpPr>
          <p:nvPr>
            <p:ph type="ftr" sz="quarter" idx="11"/>
          </p:nvPr>
        </p:nvSpPr>
        <p:spPr/>
        <p:txBody>
          <a:bodyPr/>
          <a:lstStyle/>
          <a:p>
            <a:r>
              <a:rPr lang="en-US"/>
              <a:t>Sample Footer Text</a:t>
            </a:r>
            <a:endParaRPr lang="en-US" dirty="0"/>
          </a:p>
        </p:txBody>
      </p:sp>
      <p:sp>
        <p:nvSpPr>
          <p:cNvPr id="7" name="Slide Number Placeholder 6">
            <a:extLst>
              <a:ext uri="{FF2B5EF4-FFF2-40B4-BE49-F238E27FC236}">
                <a16:creationId xmlns:a16="http://schemas.microsoft.com/office/drawing/2014/main" id="{79E381A6-E580-49A4-989C-EF4A54F83B45}"/>
              </a:ext>
            </a:extLst>
          </p:cNvPr>
          <p:cNvSpPr>
            <a:spLocks noGrp="1"/>
          </p:cNvSpPr>
          <p:nvPr>
            <p:ph type="sldNum" sz="quarter" idx="12"/>
          </p:nvPr>
        </p:nvSpPr>
        <p:spPr/>
        <p:txBody>
          <a:bodyPr/>
          <a:lstStyle/>
          <a:p>
            <a:fld id="{DFA5D71E-5CDF-4C93-8A75-5B916FDC5BEA}" type="slidenum">
              <a:rPr lang="en-US" smtClean="0"/>
              <a:pPr/>
              <a:t>‹#›</a:t>
            </a:fld>
            <a:endParaRPr lang="en-US" dirty="0"/>
          </a:p>
        </p:txBody>
      </p:sp>
    </p:spTree>
    <p:extLst>
      <p:ext uri="{BB962C8B-B14F-4D97-AF65-F5344CB8AC3E}">
        <p14:creationId xmlns:p14="http://schemas.microsoft.com/office/powerpoint/2010/main" val="41833730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CCFA6E-F719-4613-8815-591471E722E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54384F3-CDE0-4329-B76D-45AAC94B04A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79A9D7EB-40DA-460F-A48A-3E6D5E5612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E56944C-E229-457E-868E-C48FF47DA37A}"/>
              </a:ext>
            </a:extLst>
          </p:cNvPr>
          <p:cNvSpPr>
            <a:spLocks noGrp="1"/>
          </p:cNvSpPr>
          <p:nvPr>
            <p:ph type="dt" sz="half" idx="10"/>
          </p:nvPr>
        </p:nvSpPr>
        <p:spPr/>
        <p:txBody>
          <a:bodyPr/>
          <a:lstStyle/>
          <a:p>
            <a:fld id="{285FC0F9-687B-4417-9D77-CE2D7AD8C321}" type="datetime1">
              <a:rPr lang="en-US" smtClean="0"/>
              <a:t>1/2/2024</a:t>
            </a:fld>
            <a:endParaRPr lang="en-US" dirty="0"/>
          </a:p>
        </p:txBody>
      </p:sp>
      <p:sp>
        <p:nvSpPr>
          <p:cNvPr id="6" name="Footer Placeholder 5">
            <a:extLst>
              <a:ext uri="{FF2B5EF4-FFF2-40B4-BE49-F238E27FC236}">
                <a16:creationId xmlns:a16="http://schemas.microsoft.com/office/drawing/2014/main" id="{CC7115FE-359F-46EA-A3C8-0D18544E34AD}"/>
              </a:ext>
            </a:extLst>
          </p:cNvPr>
          <p:cNvSpPr>
            <a:spLocks noGrp="1"/>
          </p:cNvSpPr>
          <p:nvPr>
            <p:ph type="ftr" sz="quarter" idx="11"/>
          </p:nvPr>
        </p:nvSpPr>
        <p:spPr/>
        <p:txBody>
          <a:bodyPr/>
          <a:lstStyle/>
          <a:p>
            <a:r>
              <a:rPr lang="en-US"/>
              <a:t>Sample Footer Text</a:t>
            </a:r>
            <a:endParaRPr lang="en-US" dirty="0"/>
          </a:p>
        </p:txBody>
      </p:sp>
      <p:sp>
        <p:nvSpPr>
          <p:cNvPr id="7" name="Slide Number Placeholder 6">
            <a:extLst>
              <a:ext uri="{FF2B5EF4-FFF2-40B4-BE49-F238E27FC236}">
                <a16:creationId xmlns:a16="http://schemas.microsoft.com/office/drawing/2014/main" id="{B5165D17-3010-4FF5-9071-5CCD3E6995D6}"/>
              </a:ext>
            </a:extLst>
          </p:cNvPr>
          <p:cNvSpPr>
            <a:spLocks noGrp="1"/>
          </p:cNvSpPr>
          <p:nvPr>
            <p:ph type="sldNum" sz="quarter" idx="12"/>
          </p:nvPr>
        </p:nvSpPr>
        <p:spPr/>
        <p:txBody>
          <a:bodyPr/>
          <a:lstStyle/>
          <a:p>
            <a:fld id="{DFA5D71E-5CDF-4C93-8A75-5B916FDC5BEA}" type="slidenum">
              <a:rPr lang="en-US" smtClean="0"/>
              <a:pPr/>
              <a:t>‹#›</a:t>
            </a:fld>
            <a:endParaRPr lang="en-US" dirty="0"/>
          </a:p>
        </p:txBody>
      </p:sp>
    </p:spTree>
    <p:extLst>
      <p:ext uri="{BB962C8B-B14F-4D97-AF65-F5344CB8AC3E}">
        <p14:creationId xmlns:p14="http://schemas.microsoft.com/office/powerpoint/2010/main" val="312549224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7B47DD-81F8-4128-9E50-04A9F2D3DC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56564D1-2B83-4C0F-ACBA-E91472C50A3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6FA1D7D-D2EC-4ADB-9C65-191DEC82DDF4}"/>
              </a:ext>
            </a:extLst>
          </p:cNvPr>
          <p:cNvSpPr>
            <a:spLocks noGrp="1"/>
          </p:cNvSpPr>
          <p:nvPr>
            <p:ph type="dt" sz="half" idx="10"/>
          </p:nvPr>
        </p:nvSpPr>
        <p:spPr/>
        <p:txBody>
          <a:bodyPr/>
          <a:lstStyle/>
          <a:p>
            <a:fld id="{29D1D79F-E600-4AC1-A639-0B9FB8286C38}" type="datetime1">
              <a:rPr lang="en-US" smtClean="0"/>
              <a:t>1/2/2024</a:t>
            </a:fld>
            <a:endParaRPr lang="en-US" dirty="0"/>
          </a:p>
        </p:txBody>
      </p:sp>
      <p:sp>
        <p:nvSpPr>
          <p:cNvPr id="5" name="Footer Placeholder 4">
            <a:extLst>
              <a:ext uri="{FF2B5EF4-FFF2-40B4-BE49-F238E27FC236}">
                <a16:creationId xmlns:a16="http://schemas.microsoft.com/office/drawing/2014/main" id="{534CB571-86F9-474A-826A-75CC21C8832B}"/>
              </a:ext>
            </a:extLst>
          </p:cNvPr>
          <p:cNvSpPr>
            <a:spLocks noGrp="1"/>
          </p:cNvSpPr>
          <p:nvPr>
            <p:ph type="ftr" sz="quarter" idx="11"/>
          </p:nvPr>
        </p:nvSpPr>
        <p:spPr/>
        <p:txBody>
          <a:bodyPr/>
          <a:lstStyle/>
          <a:p>
            <a:r>
              <a:rPr lang="en-US"/>
              <a:t>Sample Footer Text</a:t>
            </a:r>
            <a:endParaRPr lang="en-US" dirty="0"/>
          </a:p>
        </p:txBody>
      </p:sp>
      <p:sp>
        <p:nvSpPr>
          <p:cNvPr id="6" name="Slide Number Placeholder 5">
            <a:extLst>
              <a:ext uri="{FF2B5EF4-FFF2-40B4-BE49-F238E27FC236}">
                <a16:creationId xmlns:a16="http://schemas.microsoft.com/office/drawing/2014/main" id="{A1384F5F-50E6-4BB9-B848-EE2302C02ABE}"/>
              </a:ext>
            </a:extLst>
          </p:cNvPr>
          <p:cNvSpPr>
            <a:spLocks noGrp="1"/>
          </p:cNvSpPr>
          <p:nvPr>
            <p:ph type="sldNum" sz="quarter" idx="12"/>
          </p:nvPr>
        </p:nvSpPr>
        <p:spPr/>
        <p:txBody>
          <a:bodyPr/>
          <a:lstStyle/>
          <a:p>
            <a:fld id="{DFA5D71E-5CDF-4C93-8A75-5B916FDC5BEA}" type="slidenum">
              <a:rPr lang="en-US" smtClean="0"/>
              <a:pPr/>
              <a:t>‹#›</a:t>
            </a:fld>
            <a:endParaRPr lang="en-US" dirty="0"/>
          </a:p>
        </p:txBody>
      </p:sp>
    </p:spTree>
    <p:extLst>
      <p:ext uri="{BB962C8B-B14F-4D97-AF65-F5344CB8AC3E}">
        <p14:creationId xmlns:p14="http://schemas.microsoft.com/office/powerpoint/2010/main" val="21510811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E3F08DF-1C0D-4F53-A3AB-95D7B55FA06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C0D3BBD-C494-4E94-B189-319802A93E3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63C0BD9-4BED-43D3-852F-B74B949A2287}"/>
              </a:ext>
            </a:extLst>
          </p:cNvPr>
          <p:cNvSpPr>
            <a:spLocks noGrp="1"/>
          </p:cNvSpPr>
          <p:nvPr>
            <p:ph type="dt" sz="half" idx="10"/>
          </p:nvPr>
        </p:nvSpPr>
        <p:spPr/>
        <p:txBody>
          <a:bodyPr/>
          <a:lstStyle/>
          <a:p>
            <a:fld id="{390F5D60-A842-4D08-9D7D-A7A57AB501A2}" type="datetime1">
              <a:rPr lang="en-US" smtClean="0"/>
              <a:t>1/2/2024</a:t>
            </a:fld>
            <a:endParaRPr lang="en-US" dirty="0"/>
          </a:p>
        </p:txBody>
      </p:sp>
      <p:sp>
        <p:nvSpPr>
          <p:cNvPr id="5" name="Footer Placeholder 4">
            <a:extLst>
              <a:ext uri="{FF2B5EF4-FFF2-40B4-BE49-F238E27FC236}">
                <a16:creationId xmlns:a16="http://schemas.microsoft.com/office/drawing/2014/main" id="{BB7811DC-C725-4462-B622-DB96A8987673}"/>
              </a:ext>
            </a:extLst>
          </p:cNvPr>
          <p:cNvSpPr>
            <a:spLocks noGrp="1"/>
          </p:cNvSpPr>
          <p:nvPr>
            <p:ph type="ftr" sz="quarter" idx="11"/>
          </p:nvPr>
        </p:nvSpPr>
        <p:spPr/>
        <p:txBody>
          <a:bodyPr/>
          <a:lstStyle/>
          <a:p>
            <a:r>
              <a:rPr lang="en-US"/>
              <a:t>Sample Footer Text</a:t>
            </a:r>
            <a:endParaRPr lang="en-US" dirty="0"/>
          </a:p>
        </p:txBody>
      </p:sp>
      <p:sp>
        <p:nvSpPr>
          <p:cNvPr id="6" name="Slide Number Placeholder 5">
            <a:extLst>
              <a:ext uri="{FF2B5EF4-FFF2-40B4-BE49-F238E27FC236}">
                <a16:creationId xmlns:a16="http://schemas.microsoft.com/office/drawing/2014/main" id="{67C42D06-438F-4150-9238-E2FAEE5E28D9}"/>
              </a:ext>
            </a:extLst>
          </p:cNvPr>
          <p:cNvSpPr>
            <a:spLocks noGrp="1"/>
          </p:cNvSpPr>
          <p:nvPr>
            <p:ph type="sldNum" sz="quarter" idx="12"/>
          </p:nvPr>
        </p:nvSpPr>
        <p:spPr/>
        <p:txBody>
          <a:bodyPr/>
          <a:lstStyle/>
          <a:p>
            <a:fld id="{DFA5D71E-5CDF-4C93-8A75-5B916FDC5BEA}" type="slidenum">
              <a:rPr lang="en-US" smtClean="0"/>
              <a:pPr/>
              <a:t>‹#›</a:t>
            </a:fld>
            <a:endParaRPr lang="en-US" dirty="0"/>
          </a:p>
        </p:txBody>
      </p:sp>
    </p:spTree>
    <p:extLst>
      <p:ext uri="{BB962C8B-B14F-4D97-AF65-F5344CB8AC3E}">
        <p14:creationId xmlns:p14="http://schemas.microsoft.com/office/powerpoint/2010/main" val="188635974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17" name="Group 16">
            <a:extLst>
              <a:ext uri="{FF2B5EF4-FFF2-40B4-BE49-F238E27FC236}">
                <a16:creationId xmlns:a16="http://schemas.microsoft.com/office/drawing/2014/main" id="{D91916A1-FEE7-41E7-BEE3-2B4941A6F305}"/>
              </a:ext>
              <a:ext uri="{C183D7F6-B498-43B3-948B-1728B52AA6E4}">
                <adec:decorative xmlns:adec="http://schemas.microsoft.com/office/drawing/2017/decorative" val="1"/>
              </a:ext>
            </a:extLst>
          </p:cNvPr>
          <p:cNvGrpSpPr/>
          <p:nvPr/>
        </p:nvGrpSpPr>
        <p:grpSpPr>
          <a:xfrm>
            <a:off x="175990" y="62886"/>
            <a:ext cx="11708355" cy="6301715"/>
            <a:chOff x="175990" y="62886"/>
            <a:chExt cx="11708355" cy="6301715"/>
          </a:xfrm>
        </p:grpSpPr>
        <p:sp useBgFill="1">
          <p:nvSpPr>
            <p:cNvPr id="18" name="Graphic 10">
              <a:extLst>
                <a:ext uri="{FF2B5EF4-FFF2-40B4-BE49-F238E27FC236}">
                  <a16:creationId xmlns:a16="http://schemas.microsoft.com/office/drawing/2014/main" id="{EAFF5F08-677C-4873-9274-02B6FE751044}"/>
                </a:ext>
              </a:extLst>
            </p:cNvPr>
            <p:cNvSpPr/>
            <p:nvPr/>
          </p:nvSpPr>
          <p:spPr>
            <a:xfrm rot="2700000">
              <a:off x="175990" y="525742"/>
              <a:ext cx="1066799" cy="1066799"/>
            </a:xfrm>
            <a:custGeom>
              <a:avLst/>
              <a:gdLst>
                <a:gd name="connsiteX0" fmla="*/ 4053340 w 6859500"/>
                <a:gd name="connsiteY0" fmla="*/ 6235893 h 6859500"/>
                <a:gd name="connsiteX1" fmla="*/ 4053340 w 6859500"/>
                <a:gd name="connsiteY1" fmla="*/ 4053340 h 6859500"/>
                <a:gd name="connsiteX2" fmla="*/ 6235893 w 6859500"/>
                <a:gd name="connsiteY2" fmla="*/ 4053340 h 6859500"/>
                <a:gd name="connsiteX3" fmla="*/ 6859501 w 6859500"/>
                <a:gd name="connsiteY3" fmla="*/ 3429731 h 6859500"/>
                <a:gd name="connsiteX4" fmla="*/ 6235893 w 6859500"/>
                <a:gd name="connsiteY4" fmla="*/ 2806123 h 6859500"/>
                <a:gd name="connsiteX5" fmla="*/ 4053340 w 6859500"/>
                <a:gd name="connsiteY5" fmla="*/ 2806123 h 6859500"/>
                <a:gd name="connsiteX6" fmla="*/ 4053340 w 6859500"/>
                <a:gd name="connsiteY6" fmla="*/ 623608 h 6859500"/>
                <a:gd name="connsiteX7" fmla="*/ 3429731 w 6859500"/>
                <a:gd name="connsiteY7" fmla="*/ 0 h 6859500"/>
                <a:gd name="connsiteX8" fmla="*/ 2806123 w 6859500"/>
                <a:gd name="connsiteY8" fmla="*/ 623608 h 6859500"/>
                <a:gd name="connsiteX9" fmla="*/ 2806123 w 6859500"/>
                <a:gd name="connsiteY9" fmla="*/ 2806161 h 6859500"/>
                <a:gd name="connsiteX10" fmla="*/ 623608 w 6859500"/>
                <a:gd name="connsiteY10" fmla="*/ 2806161 h 6859500"/>
                <a:gd name="connsiteX11" fmla="*/ 0 w 6859500"/>
                <a:gd name="connsiteY11" fmla="*/ 3429731 h 6859500"/>
                <a:gd name="connsiteX12" fmla="*/ 623608 w 6859500"/>
                <a:gd name="connsiteY12" fmla="*/ 4053340 h 6859500"/>
                <a:gd name="connsiteX13" fmla="*/ 2806161 w 6859500"/>
                <a:gd name="connsiteY13" fmla="*/ 4053340 h 6859500"/>
                <a:gd name="connsiteX14" fmla="*/ 2806161 w 6859500"/>
                <a:gd name="connsiteY14" fmla="*/ 6235893 h 6859500"/>
                <a:gd name="connsiteX15" fmla="*/ 3429770 w 6859500"/>
                <a:gd name="connsiteY15" fmla="*/ 6859501 h 6859500"/>
                <a:gd name="connsiteX16" fmla="*/ 4053340 w 6859500"/>
                <a:gd name="connsiteY16" fmla="*/ 6235893 h 6859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859500" h="6859500">
                  <a:moveTo>
                    <a:pt x="4053340" y="6235893"/>
                  </a:moveTo>
                  <a:lnTo>
                    <a:pt x="4053340" y="4053340"/>
                  </a:lnTo>
                  <a:lnTo>
                    <a:pt x="6235893" y="4053340"/>
                  </a:lnTo>
                  <a:cubicBezTo>
                    <a:pt x="6580293" y="4053340"/>
                    <a:pt x="6859501" y="3774132"/>
                    <a:pt x="6859501" y="3429731"/>
                  </a:cubicBezTo>
                  <a:cubicBezTo>
                    <a:pt x="6859501" y="3085330"/>
                    <a:pt x="6580332" y="2806123"/>
                    <a:pt x="6235893" y="2806123"/>
                  </a:cubicBezTo>
                  <a:lnTo>
                    <a:pt x="4053340" y="2806123"/>
                  </a:lnTo>
                  <a:lnTo>
                    <a:pt x="4053340" y="623608"/>
                  </a:lnTo>
                  <a:cubicBezTo>
                    <a:pt x="4053340" y="279208"/>
                    <a:pt x="3774171" y="0"/>
                    <a:pt x="3429731" y="0"/>
                  </a:cubicBezTo>
                  <a:cubicBezTo>
                    <a:pt x="3085330" y="0"/>
                    <a:pt x="2806123" y="279208"/>
                    <a:pt x="2806123" y="623608"/>
                  </a:cubicBezTo>
                  <a:lnTo>
                    <a:pt x="2806123" y="2806161"/>
                  </a:lnTo>
                  <a:lnTo>
                    <a:pt x="623608" y="2806161"/>
                  </a:lnTo>
                  <a:cubicBezTo>
                    <a:pt x="279208" y="2806161"/>
                    <a:pt x="0" y="3085369"/>
                    <a:pt x="0" y="3429731"/>
                  </a:cubicBezTo>
                  <a:cubicBezTo>
                    <a:pt x="0" y="3774132"/>
                    <a:pt x="279208" y="4053340"/>
                    <a:pt x="623608" y="4053340"/>
                  </a:cubicBezTo>
                  <a:lnTo>
                    <a:pt x="2806161" y="4053340"/>
                  </a:lnTo>
                  <a:lnTo>
                    <a:pt x="2806161" y="6235893"/>
                  </a:lnTo>
                  <a:cubicBezTo>
                    <a:pt x="2806161" y="6580293"/>
                    <a:pt x="3085369" y="6859501"/>
                    <a:pt x="3429770" y="6859501"/>
                  </a:cubicBezTo>
                  <a:cubicBezTo>
                    <a:pt x="3774171" y="6859501"/>
                    <a:pt x="4053340" y="6580293"/>
                    <a:pt x="4053340" y="6235893"/>
                  </a:cubicBezTo>
                  <a:close/>
                </a:path>
              </a:pathLst>
            </a:cu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endParaRPr lang="en-US" dirty="0"/>
            </a:p>
          </p:txBody>
        </p:sp>
        <p:sp useBgFill="1">
          <p:nvSpPr>
            <p:cNvPr id="19" name="Graphic 10">
              <a:extLst>
                <a:ext uri="{FF2B5EF4-FFF2-40B4-BE49-F238E27FC236}">
                  <a16:creationId xmlns:a16="http://schemas.microsoft.com/office/drawing/2014/main" id="{16514C65-F179-4953-B660-5FC657697957}"/>
                </a:ext>
              </a:extLst>
            </p:cNvPr>
            <p:cNvSpPr/>
            <p:nvPr/>
          </p:nvSpPr>
          <p:spPr>
            <a:xfrm rot="2700000">
              <a:off x="8482021" y="62886"/>
              <a:ext cx="2322574" cy="2322574"/>
            </a:xfrm>
            <a:custGeom>
              <a:avLst/>
              <a:gdLst>
                <a:gd name="connsiteX0" fmla="*/ 4053340 w 6859500"/>
                <a:gd name="connsiteY0" fmla="*/ 6235893 h 6859500"/>
                <a:gd name="connsiteX1" fmla="*/ 4053340 w 6859500"/>
                <a:gd name="connsiteY1" fmla="*/ 4053340 h 6859500"/>
                <a:gd name="connsiteX2" fmla="*/ 6235893 w 6859500"/>
                <a:gd name="connsiteY2" fmla="*/ 4053340 h 6859500"/>
                <a:gd name="connsiteX3" fmla="*/ 6859501 w 6859500"/>
                <a:gd name="connsiteY3" fmla="*/ 3429731 h 6859500"/>
                <a:gd name="connsiteX4" fmla="*/ 6235893 w 6859500"/>
                <a:gd name="connsiteY4" fmla="*/ 2806123 h 6859500"/>
                <a:gd name="connsiteX5" fmla="*/ 4053340 w 6859500"/>
                <a:gd name="connsiteY5" fmla="*/ 2806123 h 6859500"/>
                <a:gd name="connsiteX6" fmla="*/ 4053340 w 6859500"/>
                <a:gd name="connsiteY6" fmla="*/ 623608 h 6859500"/>
                <a:gd name="connsiteX7" fmla="*/ 3429731 w 6859500"/>
                <a:gd name="connsiteY7" fmla="*/ 0 h 6859500"/>
                <a:gd name="connsiteX8" fmla="*/ 2806123 w 6859500"/>
                <a:gd name="connsiteY8" fmla="*/ 623608 h 6859500"/>
                <a:gd name="connsiteX9" fmla="*/ 2806123 w 6859500"/>
                <a:gd name="connsiteY9" fmla="*/ 2806161 h 6859500"/>
                <a:gd name="connsiteX10" fmla="*/ 623608 w 6859500"/>
                <a:gd name="connsiteY10" fmla="*/ 2806161 h 6859500"/>
                <a:gd name="connsiteX11" fmla="*/ 0 w 6859500"/>
                <a:gd name="connsiteY11" fmla="*/ 3429731 h 6859500"/>
                <a:gd name="connsiteX12" fmla="*/ 623608 w 6859500"/>
                <a:gd name="connsiteY12" fmla="*/ 4053340 h 6859500"/>
                <a:gd name="connsiteX13" fmla="*/ 2806161 w 6859500"/>
                <a:gd name="connsiteY13" fmla="*/ 4053340 h 6859500"/>
                <a:gd name="connsiteX14" fmla="*/ 2806161 w 6859500"/>
                <a:gd name="connsiteY14" fmla="*/ 6235893 h 6859500"/>
                <a:gd name="connsiteX15" fmla="*/ 3429770 w 6859500"/>
                <a:gd name="connsiteY15" fmla="*/ 6859501 h 6859500"/>
                <a:gd name="connsiteX16" fmla="*/ 4053340 w 6859500"/>
                <a:gd name="connsiteY16" fmla="*/ 6235893 h 6859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859500" h="6859500">
                  <a:moveTo>
                    <a:pt x="4053340" y="6235893"/>
                  </a:moveTo>
                  <a:lnTo>
                    <a:pt x="4053340" y="4053340"/>
                  </a:lnTo>
                  <a:lnTo>
                    <a:pt x="6235893" y="4053340"/>
                  </a:lnTo>
                  <a:cubicBezTo>
                    <a:pt x="6580293" y="4053340"/>
                    <a:pt x="6859501" y="3774132"/>
                    <a:pt x="6859501" y="3429731"/>
                  </a:cubicBezTo>
                  <a:cubicBezTo>
                    <a:pt x="6859501" y="3085330"/>
                    <a:pt x="6580332" y="2806123"/>
                    <a:pt x="6235893" y="2806123"/>
                  </a:cubicBezTo>
                  <a:lnTo>
                    <a:pt x="4053340" y="2806123"/>
                  </a:lnTo>
                  <a:lnTo>
                    <a:pt x="4053340" y="623608"/>
                  </a:lnTo>
                  <a:cubicBezTo>
                    <a:pt x="4053340" y="279208"/>
                    <a:pt x="3774171" y="0"/>
                    <a:pt x="3429731" y="0"/>
                  </a:cubicBezTo>
                  <a:cubicBezTo>
                    <a:pt x="3085330" y="0"/>
                    <a:pt x="2806123" y="279208"/>
                    <a:pt x="2806123" y="623608"/>
                  </a:cubicBezTo>
                  <a:lnTo>
                    <a:pt x="2806123" y="2806161"/>
                  </a:lnTo>
                  <a:lnTo>
                    <a:pt x="623608" y="2806161"/>
                  </a:lnTo>
                  <a:cubicBezTo>
                    <a:pt x="279208" y="2806161"/>
                    <a:pt x="0" y="3085369"/>
                    <a:pt x="0" y="3429731"/>
                  </a:cubicBezTo>
                  <a:cubicBezTo>
                    <a:pt x="0" y="3774132"/>
                    <a:pt x="279208" y="4053340"/>
                    <a:pt x="623608" y="4053340"/>
                  </a:cubicBezTo>
                  <a:lnTo>
                    <a:pt x="2806161" y="4053340"/>
                  </a:lnTo>
                  <a:lnTo>
                    <a:pt x="2806161" y="6235893"/>
                  </a:lnTo>
                  <a:cubicBezTo>
                    <a:pt x="2806161" y="6580293"/>
                    <a:pt x="3085369" y="6859501"/>
                    <a:pt x="3429770" y="6859501"/>
                  </a:cubicBezTo>
                  <a:cubicBezTo>
                    <a:pt x="3774171" y="6859501"/>
                    <a:pt x="4053340" y="6580293"/>
                    <a:pt x="4053340" y="6235893"/>
                  </a:cubicBezTo>
                  <a:close/>
                </a:path>
              </a:pathLst>
            </a:cu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endParaRPr lang="en-US" dirty="0"/>
            </a:p>
          </p:txBody>
        </p:sp>
        <p:sp useBgFill="1">
          <p:nvSpPr>
            <p:cNvPr id="20" name="Graphic 10">
              <a:extLst>
                <a:ext uri="{FF2B5EF4-FFF2-40B4-BE49-F238E27FC236}">
                  <a16:creationId xmlns:a16="http://schemas.microsoft.com/office/drawing/2014/main" id="{DF5DA89C-9FED-4AE0-8C36-20612E77FAC0}"/>
                </a:ext>
              </a:extLst>
            </p:cNvPr>
            <p:cNvSpPr/>
            <p:nvPr/>
          </p:nvSpPr>
          <p:spPr>
            <a:xfrm rot="2700000">
              <a:off x="10578627" y="5015941"/>
              <a:ext cx="925287" cy="925287"/>
            </a:xfrm>
            <a:custGeom>
              <a:avLst/>
              <a:gdLst>
                <a:gd name="connsiteX0" fmla="*/ 4053340 w 6859500"/>
                <a:gd name="connsiteY0" fmla="*/ 6235893 h 6859500"/>
                <a:gd name="connsiteX1" fmla="*/ 4053340 w 6859500"/>
                <a:gd name="connsiteY1" fmla="*/ 4053340 h 6859500"/>
                <a:gd name="connsiteX2" fmla="*/ 6235893 w 6859500"/>
                <a:gd name="connsiteY2" fmla="*/ 4053340 h 6859500"/>
                <a:gd name="connsiteX3" fmla="*/ 6859501 w 6859500"/>
                <a:gd name="connsiteY3" fmla="*/ 3429731 h 6859500"/>
                <a:gd name="connsiteX4" fmla="*/ 6235893 w 6859500"/>
                <a:gd name="connsiteY4" fmla="*/ 2806123 h 6859500"/>
                <a:gd name="connsiteX5" fmla="*/ 4053340 w 6859500"/>
                <a:gd name="connsiteY5" fmla="*/ 2806123 h 6859500"/>
                <a:gd name="connsiteX6" fmla="*/ 4053340 w 6859500"/>
                <a:gd name="connsiteY6" fmla="*/ 623608 h 6859500"/>
                <a:gd name="connsiteX7" fmla="*/ 3429731 w 6859500"/>
                <a:gd name="connsiteY7" fmla="*/ 0 h 6859500"/>
                <a:gd name="connsiteX8" fmla="*/ 2806123 w 6859500"/>
                <a:gd name="connsiteY8" fmla="*/ 623608 h 6859500"/>
                <a:gd name="connsiteX9" fmla="*/ 2806123 w 6859500"/>
                <a:gd name="connsiteY9" fmla="*/ 2806161 h 6859500"/>
                <a:gd name="connsiteX10" fmla="*/ 623608 w 6859500"/>
                <a:gd name="connsiteY10" fmla="*/ 2806161 h 6859500"/>
                <a:gd name="connsiteX11" fmla="*/ 0 w 6859500"/>
                <a:gd name="connsiteY11" fmla="*/ 3429731 h 6859500"/>
                <a:gd name="connsiteX12" fmla="*/ 623608 w 6859500"/>
                <a:gd name="connsiteY12" fmla="*/ 4053340 h 6859500"/>
                <a:gd name="connsiteX13" fmla="*/ 2806161 w 6859500"/>
                <a:gd name="connsiteY13" fmla="*/ 4053340 h 6859500"/>
                <a:gd name="connsiteX14" fmla="*/ 2806161 w 6859500"/>
                <a:gd name="connsiteY14" fmla="*/ 6235893 h 6859500"/>
                <a:gd name="connsiteX15" fmla="*/ 3429770 w 6859500"/>
                <a:gd name="connsiteY15" fmla="*/ 6859501 h 6859500"/>
                <a:gd name="connsiteX16" fmla="*/ 4053340 w 6859500"/>
                <a:gd name="connsiteY16" fmla="*/ 6235893 h 6859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859500" h="6859500">
                  <a:moveTo>
                    <a:pt x="4053340" y="6235893"/>
                  </a:moveTo>
                  <a:lnTo>
                    <a:pt x="4053340" y="4053340"/>
                  </a:lnTo>
                  <a:lnTo>
                    <a:pt x="6235893" y="4053340"/>
                  </a:lnTo>
                  <a:cubicBezTo>
                    <a:pt x="6580293" y="4053340"/>
                    <a:pt x="6859501" y="3774132"/>
                    <a:pt x="6859501" y="3429731"/>
                  </a:cubicBezTo>
                  <a:cubicBezTo>
                    <a:pt x="6859501" y="3085330"/>
                    <a:pt x="6580332" y="2806123"/>
                    <a:pt x="6235893" y="2806123"/>
                  </a:cubicBezTo>
                  <a:lnTo>
                    <a:pt x="4053340" y="2806123"/>
                  </a:lnTo>
                  <a:lnTo>
                    <a:pt x="4053340" y="623608"/>
                  </a:lnTo>
                  <a:cubicBezTo>
                    <a:pt x="4053340" y="279208"/>
                    <a:pt x="3774171" y="0"/>
                    <a:pt x="3429731" y="0"/>
                  </a:cubicBezTo>
                  <a:cubicBezTo>
                    <a:pt x="3085330" y="0"/>
                    <a:pt x="2806123" y="279208"/>
                    <a:pt x="2806123" y="623608"/>
                  </a:cubicBezTo>
                  <a:lnTo>
                    <a:pt x="2806123" y="2806161"/>
                  </a:lnTo>
                  <a:lnTo>
                    <a:pt x="623608" y="2806161"/>
                  </a:lnTo>
                  <a:cubicBezTo>
                    <a:pt x="279208" y="2806161"/>
                    <a:pt x="0" y="3085369"/>
                    <a:pt x="0" y="3429731"/>
                  </a:cubicBezTo>
                  <a:cubicBezTo>
                    <a:pt x="0" y="3774132"/>
                    <a:pt x="279208" y="4053340"/>
                    <a:pt x="623608" y="4053340"/>
                  </a:cubicBezTo>
                  <a:lnTo>
                    <a:pt x="2806161" y="4053340"/>
                  </a:lnTo>
                  <a:lnTo>
                    <a:pt x="2806161" y="6235893"/>
                  </a:lnTo>
                  <a:cubicBezTo>
                    <a:pt x="2806161" y="6580293"/>
                    <a:pt x="3085369" y="6859501"/>
                    <a:pt x="3429770" y="6859501"/>
                  </a:cubicBezTo>
                  <a:cubicBezTo>
                    <a:pt x="3774171" y="6859501"/>
                    <a:pt x="4053340" y="6580293"/>
                    <a:pt x="4053340" y="6235893"/>
                  </a:cubicBezTo>
                  <a:close/>
                </a:path>
              </a:pathLst>
            </a:cu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endParaRPr lang="en-US" dirty="0"/>
            </a:p>
          </p:txBody>
        </p:sp>
        <p:sp useBgFill="1">
          <p:nvSpPr>
            <p:cNvPr id="21" name="Oval 20">
              <a:extLst>
                <a:ext uri="{FF2B5EF4-FFF2-40B4-BE49-F238E27FC236}">
                  <a16:creationId xmlns:a16="http://schemas.microsoft.com/office/drawing/2014/main" id="{FB98224C-F1DB-4F10-9B7F-93B86BA13F40}"/>
                </a:ext>
              </a:extLst>
            </p:cNvPr>
            <p:cNvSpPr/>
            <p:nvPr/>
          </p:nvSpPr>
          <p:spPr>
            <a:xfrm rot="10800000">
              <a:off x="11622685" y="6102941"/>
              <a:ext cx="261660" cy="261660"/>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endParaRPr lang="en-US"/>
            </a:p>
          </p:txBody>
        </p:sp>
        <p:sp useBgFill="1">
          <p:nvSpPr>
            <p:cNvPr id="22" name="Oval 21">
              <a:extLst>
                <a:ext uri="{FF2B5EF4-FFF2-40B4-BE49-F238E27FC236}">
                  <a16:creationId xmlns:a16="http://schemas.microsoft.com/office/drawing/2014/main" id="{9AE1FC9E-06C9-4A12-8BE7-766C3DA8B9AC}"/>
                </a:ext>
              </a:extLst>
            </p:cNvPr>
            <p:cNvSpPr/>
            <p:nvPr/>
          </p:nvSpPr>
          <p:spPr>
            <a:xfrm rot="10800000">
              <a:off x="11352354" y="406586"/>
              <a:ext cx="474023" cy="474023"/>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endParaRPr lang="en-US"/>
            </a:p>
          </p:txBody>
        </p:sp>
        <p:sp useBgFill="1">
          <p:nvSpPr>
            <p:cNvPr id="23" name="Oval 22">
              <a:extLst>
                <a:ext uri="{FF2B5EF4-FFF2-40B4-BE49-F238E27FC236}">
                  <a16:creationId xmlns:a16="http://schemas.microsoft.com/office/drawing/2014/main" id="{29954B75-D8C7-439C-A014-E644E3E2C0A5}"/>
                </a:ext>
              </a:extLst>
            </p:cNvPr>
            <p:cNvSpPr/>
            <p:nvPr/>
          </p:nvSpPr>
          <p:spPr>
            <a:xfrm rot="10800000">
              <a:off x="1678231" y="427615"/>
              <a:ext cx="334385" cy="334385"/>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endParaRPr lang="en-US" dirty="0"/>
            </a:p>
          </p:txBody>
        </p:sp>
      </p:grpSp>
      <p:sp>
        <p:nvSpPr>
          <p:cNvPr id="2" name="Title Placeholder 1">
            <a:extLst>
              <a:ext uri="{FF2B5EF4-FFF2-40B4-BE49-F238E27FC236}">
                <a16:creationId xmlns:a16="http://schemas.microsoft.com/office/drawing/2014/main" id="{41447F1F-BFA8-4A56-894B-40120132EE4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2658FB99-0FA3-49F4-99A1-61919F94279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4CDCCAE5-4EB0-4174-BD15-4943899B0A29}"/>
              </a:ext>
            </a:extLst>
          </p:cNvPr>
          <p:cNvSpPr>
            <a:spLocks noGrp="1"/>
          </p:cNvSpPr>
          <p:nvPr>
            <p:ph type="dt" sz="half" idx="2"/>
          </p:nvPr>
        </p:nvSpPr>
        <p:spPr>
          <a:xfrm>
            <a:off x="838200" y="6400800"/>
            <a:ext cx="2743200" cy="365125"/>
          </a:xfrm>
          <a:prstGeom prst="rect">
            <a:avLst/>
          </a:prstGeom>
        </p:spPr>
        <p:txBody>
          <a:bodyPr vert="horz" lIns="91440" tIns="45720" rIns="91440" bIns="45720" rtlCol="0" anchor="ctr"/>
          <a:lstStyle>
            <a:lvl1pPr algn="l">
              <a:defRPr sz="900" cap="all" spc="150" baseline="0">
                <a:solidFill>
                  <a:schemeClr val="tx1">
                    <a:tint val="75000"/>
                  </a:schemeClr>
                </a:solidFill>
              </a:defRPr>
            </a:lvl1pPr>
          </a:lstStyle>
          <a:p>
            <a:fld id="{B32DFD30-2122-4F4A-97B4-D0A849E36C5F}" type="datetime1">
              <a:rPr lang="en-US" smtClean="0"/>
              <a:t>1/2/2024</a:t>
            </a:fld>
            <a:endParaRPr lang="en-US" dirty="0"/>
          </a:p>
        </p:txBody>
      </p:sp>
      <p:sp>
        <p:nvSpPr>
          <p:cNvPr id="5" name="Footer Placeholder 4">
            <a:extLst>
              <a:ext uri="{FF2B5EF4-FFF2-40B4-BE49-F238E27FC236}">
                <a16:creationId xmlns:a16="http://schemas.microsoft.com/office/drawing/2014/main" id="{26A4189E-43B2-4CEE-B13E-61A1FBBBD25D}"/>
              </a:ext>
            </a:extLst>
          </p:cNvPr>
          <p:cNvSpPr>
            <a:spLocks noGrp="1"/>
          </p:cNvSpPr>
          <p:nvPr>
            <p:ph type="ftr" sz="quarter" idx="3"/>
          </p:nvPr>
        </p:nvSpPr>
        <p:spPr>
          <a:xfrm>
            <a:off x="4038600" y="6400800"/>
            <a:ext cx="4114800" cy="365125"/>
          </a:xfrm>
          <a:prstGeom prst="rect">
            <a:avLst/>
          </a:prstGeom>
        </p:spPr>
        <p:txBody>
          <a:bodyPr vert="horz" lIns="91440" tIns="45720" rIns="91440" bIns="45720" rtlCol="0" anchor="ctr"/>
          <a:lstStyle>
            <a:lvl1pPr algn="ctr">
              <a:defRPr sz="900" cap="all" spc="150" baseline="0">
                <a:solidFill>
                  <a:schemeClr val="tx1">
                    <a:tint val="75000"/>
                  </a:schemeClr>
                </a:solidFill>
              </a:defRPr>
            </a:lvl1pPr>
          </a:lstStyle>
          <a:p>
            <a:r>
              <a:rPr lang="en-US"/>
              <a:t>Sample Footer Text</a:t>
            </a:r>
            <a:endParaRPr lang="en-US" dirty="0"/>
          </a:p>
        </p:txBody>
      </p:sp>
      <p:sp>
        <p:nvSpPr>
          <p:cNvPr id="6" name="Slide Number Placeholder 5">
            <a:extLst>
              <a:ext uri="{FF2B5EF4-FFF2-40B4-BE49-F238E27FC236}">
                <a16:creationId xmlns:a16="http://schemas.microsoft.com/office/drawing/2014/main" id="{EAA0530F-0BC8-46EF-A765-DD58B5367528}"/>
              </a:ext>
            </a:extLst>
          </p:cNvPr>
          <p:cNvSpPr>
            <a:spLocks noGrp="1"/>
          </p:cNvSpPr>
          <p:nvPr>
            <p:ph type="sldNum" sz="quarter" idx="4"/>
          </p:nvPr>
        </p:nvSpPr>
        <p:spPr>
          <a:xfrm>
            <a:off x="8610600" y="6400800"/>
            <a:ext cx="2743200" cy="365125"/>
          </a:xfrm>
          <a:prstGeom prst="rect">
            <a:avLst/>
          </a:prstGeom>
        </p:spPr>
        <p:txBody>
          <a:bodyPr vert="horz" lIns="91440" tIns="45720" rIns="91440" bIns="45720" rtlCol="0" anchor="ctr"/>
          <a:lstStyle>
            <a:lvl1pPr algn="r">
              <a:defRPr sz="900" cap="all" spc="150" baseline="0">
                <a:solidFill>
                  <a:schemeClr val="tx1">
                    <a:tint val="75000"/>
                  </a:schemeClr>
                </a:solidFill>
              </a:defRPr>
            </a:lvl1pPr>
          </a:lstStyle>
          <a:p>
            <a:fld id="{DFA5D71E-5CDF-4C93-8A75-5B916FDC5BEA}" type="slidenum">
              <a:rPr lang="en-US" smtClean="0"/>
              <a:pPr/>
              <a:t>‹#›</a:t>
            </a:fld>
            <a:endParaRPr lang="en-US" dirty="0"/>
          </a:p>
        </p:txBody>
      </p:sp>
    </p:spTree>
    <p:extLst>
      <p:ext uri="{BB962C8B-B14F-4D97-AF65-F5344CB8AC3E}">
        <p14:creationId xmlns:p14="http://schemas.microsoft.com/office/powerpoint/2010/main" val="750719652"/>
      </p:ext>
    </p:extLst>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Clr>
          <a:schemeClr val="accent1"/>
        </a:buClr>
        <a:buFont typeface="Segoe UI" panose="020B0502040204020203"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Clr>
          <a:schemeClr val="accent1"/>
        </a:buClr>
        <a:buFont typeface="Courier New" panose="02070309020205020404" pitchFamily="49" charset="0"/>
        <a:buChar char="o"/>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Clr>
          <a:schemeClr val="accent1"/>
        </a:buClr>
        <a:buFont typeface="Segoe UI" panose="020B0502040204020203"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Clr>
          <a:schemeClr val="accent1"/>
        </a:buClr>
        <a:buFont typeface="Courier New" panose="02070309020205020404" pitchFamily="49" charset="0"/>
        <a:buChar char="o"/>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Clr>
          <a:schemeClr val="accent1"/>
        </a:buClr>
        <a:buFont typeface="Segoe UI" panose="020B0502040204020203"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2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2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8" Type="http://schemas.openxmlformats.org/officeDocument/2006/relationships/customXml" Target="../ink/ink3.xml"/><Relationship Id="rId13" Type="http://schemas.openxmlformats.org/officeDocument/2006/relationships/image" Target="../media/image110.png"/><Relationship Id="rId18" Type="http://schemas.openxmlformats.org/officeDocument/2006/relationships/customXml" Target="../ink/ink8.xml"/><Relationship Id="rId3" Type="http://schemas.openxmlformats.org/officeDocument/2006/relationships/image" Target="../media/image11.png"/><Relationship Id="rId21" Type="http://schemas.openxmlformats.org/officeDocument/2006/relationships/image" Target="../media/image15.png"/><Relationship Id="rId7" Type="http://schemas.openxmlformats.org/officeDocument/2006/relationships/image" Target="../media/image80.png"/><Relationship Id="rId12" Type="http://schemas.openxmlformats.org/officeDocument/2006/relationships/customXml" Target="../ink/ink5.xml"/><Relationship Id="rId17" Type="http://schemas.openxmlformats.org/officeDocument/2006/relationships/image" Target="../media/image13.png"/><Relationship Id="rId2" Type="http://schemas.openxmlformats.org/officeDocument/2006/relationships/image" Target="../media/image10.png"/><Relationship Id="rId16" Type="http://schemas.openxmlformats.org/officeDocument/2006/relationships/customXml" Target="../ink/ink7.xml"/><Relationship Id="rId20" Type="http://schemas.openxmlformats.org/officeDocument/2006/relationships/customXml" Target="../ink/ink9.xml"/><Relationship Id="rId1" Type="http://schemas.openxmlformats.org/officeDocument/2006/relationships/slideLayout" Target="../slideLayouts/slideLayout2.xml"/><Relationship Id="rId6" Type="http://schemas.openxmlformats.org/officeDocument/2006/relationships/customXml" Target="../ink/ink2.xml"/><Relationship Id="rId11" Type="http://schemas.openxmlformats.org/officeDocument/2006/relationships/image" Target="../media/image100.png"/><Relationship Id="rId5" Type="http://schemas.openxmlformats.org/officeDocument/2006/relationships/image" Target="../media/image70.png"/><Relationship Id="rId15" Type="http://schemas.openxmlformats.org/officeDocument/2006/relationships/image" Target="../media/image12.png"/><Relationship Id="rId10" Type="http://schemas.openxmlformats.org/officeDocument/2006/relationships/customXml" Target="../ink/ink4.xml"/><Relationship Id="rId19" Type="http://schemas.openxmlformats.org/officeDocument/2006/relationships/image" Target="../media/image14.png"/><Relationship Id="rId4" Type="http://schemas.openxmlformats.org/officeDocument/2006/relationships/customXml" Target="../ink/ink1.xml"/><Relationship Id="rId9" Type="http://schemas.openxmlformats.org/officeDocument/2006/relationships/image" Target="../media/image90.png"/><Relationship Id="rId14" Type="http://schemas.openxmlformats.org/officeDocument/2006/relationships/customXml" Target="../ink/ink6.xml"/></Relationships>
</file>

<file path=ppt/slides/_rels/slide2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1.gif"/><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hyperlink" Target="https://w3.cs.jmu.edu/bowersjc/page/courses/spring17/cs480/labs/dcel/" TargetMode="External"/><Relationship Id="rId2" Type="http://schemas.openxmlformats.org/officeDocument/2006/relationships/image" Target="../media/image23.jpeg"/><Relationship Id="rId1" Type="http://schemas.openxmlformats.org/officeDocument/2006/relationships/slideLayout" Target="../slideLayouts/slideLayout2.xml"/><Relationship Id="rId4" Type="http://schemas.openxmlformats.org/officeDocument/2006/relationships/hyperlink" Target="https://cs184.eecs.berkeley.edu/sp19/article/15/the-half-edge-data-structure"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4E1EF4E8-5513-4BF5-BC41-04645281C6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3848" cap="flat">
            <a:noFill/>
            <a:prstDash val="solid"/>
            <a:miter/>
          </a:ln>
          <a:effectLst/>
        </p:spPr>
        <p:txBody>
          <a:bodyPr rtlCol="0" anchor="ctr"/>
          <a:lstStyle/>
          <a:p>
            <a:endParaRPr lang="en-US" dirty="0">
              <a:solidFill>
                <a:schemeClr val="tx1"/>
              </a:solidFill>
            </a:endParaRPr>
          </a:p>
        </p:txBody>
      </p:sp>
      <p:pic>
        <p:nvPicPr>
          <p:cNvPr id="4" name="Picture 3" descr="Sieć połączonych kropek">
            <a:extLst>
              <a:ext uri="{FF2B5EF4-FFF2-40B4-BE49-F238E27FC236}">
                <a16:creationId xmlns:a16="http://schemas.microsoft.com/office/drawing/2014/main" id="{2D4D5130-BE36-497E-87A2-B4277BE98D32}"/>
              </a:ext>
            </a:extLst>
          </p:cNvPr>
          <p:cNvPicPr>
            <a:picLocks noChangeAspect="1"/>
          </p:cNvPicPr>
          <p:nvPr/>
        </p:nvPicPr>
        <p:blipFill rotWithShape="1">
          <a:blip r:embed="rId2"/>
          <a:srcRect l="20444" r="1" b="1"/>
          <a:stretch/>
        </p:blipFill>
        <p:spPr>
          <a:xfrm>
            <a:off x="20" y="10"/>
            <a:ext cx="12191980" cy="6857989"/>
          </a:xfrm>
          <a:prstGeom prst="rect">
            <a:avLst/>
          </a:prstGeom>
        </p:spPr>
      </p:pic>
      <p:grpSp>
        <p:nvGrpSpPr>
          <p:cNvPr id="11" name="Group 10">
            <a:extLst>
              <a:ext uri="{FF2B5EF4-FFF2-40B4-BE49-F238E27FC236}">
                <a16:creationId xmlns:a16="http://schemas.microsoft.com/office/drawing/2014/main" id="{E2F6F869-F143-4607-BEE5-AA6FEB71E10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38029" y="254882"/>
            <a:ext cx="2063695" cy="2594445"/>
            <a:chOff x="438029" y="254882"/>
            <a:chExt cx="2063695" cy="2594445"/>
          </a:xfrm>
        </p:grpSpPr>
        <p:sp useBgFill="1">
          <p:nvSpPr>
            <p:cNvPr id="12" name="Graphic 10">
              <a:extLst>
                <a:ext uri="{FF2B5EF4-FFF2-40B4-BE49-F238E27FC236}">
                  <a16:creationId xmlns:a16="http://schemas.microsoft.com/office/drawing/2014/main" id="{C75470B2-BBA7-4280-A6F6-FAE9E9F1CC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2700000">
              <a:off x="559425" y="995030"/>
              <a:ext cx="1066799" cy="1066799"/>
            </a:xfrm>
            <a:custGeom>
              <a:avLst/>
              <a:gdLst>
                <a:gd name="connsiteX0" fmla="*/ 4053340 w 6859500"/>
                <a:gd name="connsiteY0" fmla="*/ 6235893 h 6859500"/>
                <a:gd name="connsiteX1" fmla="*/ 4053340 w 6859500"/>
                <a:gd name="connsiteY1" fmla="*/ 4053340 h 6859500"/>
                <a:gd name="connsiteX2" fmla="*/ 6235893 w 6859500"/>
                <a:gd name="connsiteY2" fmla="*/ 4053340 h 6859500"/>
                <a:gd name="connsiteX3" fmla="*/ 6859501 w 6859500"/>
                <a:gd name="connsiteY3" fmla="*/ 3429731 h 6859500"/>
                <a:gd name="connsiteX4" fmla="*/ 6235893 w 6859500"/>
                <a:gd name="connsiteY4" fmla="*/ 2806123 h 6859500"/>
                <a:gd name="connsiteX5" fmla="*/ 4053340 w 6859500"/>
                <a:gd name="connsiteY5" fmla="*/ 2806123 h 6859500"/>
                <a:gd name="connsiteX6" fmla="*/ 4053340 w 6859500"/>
                <a:gd name="connsiteY6" fmla="*/ 623608 h 6859500"/>
                <a:gd name="connsiteX7" fmla="*/ 3429731 w 6859500"/>
                <a:gd name="connsiteY7" fmla="*/ 0 h 6859500"/>
                <a:gd name="connsiteX8" fmla="*/ 2806123 w 6859500"/>
                <a:gd name="connsiteY8" fmla="*/ 623608 h 6859500"/>
                <a:gd name="connsiteX9" fmla="*/ 2806123 w 6859500"/>
                <a:gd name="connsiteY9" fmla="*/ 2806161 h 6859500"/>
                <a:gd name="connsiteX10" fmla="*/ 623608 w 6859500"/>
                <a:gd name="connsiteY10" fmla="*/ 2806161 h 6859500"/>
                <a:gd name="connsiteX11" fmla="*/ 0 w 6859500"/>
                <a:gd name="connsiteY11" fmla="*/ 3429731 h 6859500"/>
                <a:gd name="connsiteX12" fmla="*/ 623608 w 6859500"/>
                <a:gd name="connsiteY12" fmla="*/ 4053340 h 6859500"/>
                <a:gd name="connsiteX13" fmla="*/ 2806161 w 6859500"/>
                <a:gd name="connsiteY13" fmla="*/ 4053340 h 6859500"/>
                <a:gd name="connsiteX14" fmla="*/ 2806161 w 6859500"/>
                <a:gd name="connsiteY14" fmla="*/ 6235893 h 6859500"/>
                <a:gd name="connsiteX15" fmla="*/ 3429770 w 6859500"/>
                <a:gd name="connsiteY15" fmla="*/ 6859501 h 6859500"/>
                <a:gd name="connsiteX16" fmla="*/ 4053340 w 6859500"/>
                <a:gd name="connsiteY16" fmla="*/ 6235893 h 6859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859500" h="6859500">
                  <a:moveTo>
                    <a:pt x="4053340" y="6235893"/>
                  </a:moveTo>
                  <a:lnTo>
                    <a:pt x="4053340" y="4053340"/>
                  </a:lnTo>
                  <a:lnTo>
                    <a:pt x="6235893" y="4053340"/>
                  </a:lnTo>
                  <a:cubicBezTo>
                    <a:pt x="6580293" y="4053340"/>
                    <a:pt x="6859501" y="3774132"/>
                    <a:pt x="6859501" y="3429731"/>
                  </a:cubicBezTo>
                  <a:cubicBezTo>
                    <a:pt x="6859501" y="3085330"/>
                    <a:pt x="6580332" y="2806123"/>
                    <a:pt x="6235893" y="2806123"/>
                  </a:cubicBezTo>
                  <a:lnTo>
                    <a:pt x="4053340" y="2806123"/>
                  </a:lnTo>
                  <a:lnTo>
                    <a:pt x="4053340" y="623608"/>
                  </a:lnTo>
                  <a:cubicBezTo>
                    <a:pt x="4053340" y="279208"/>
                    <a:pt x="3774171" y="0"/>
                    <a:pt x="3429731" y="0"/>
                  </a:cubicBezTo>
                  <a:cubicBezTo>
                    <a:pt x="3085330" y="0"/>
                    <a:pt x="2806123" y="279208"/>
                    <a:pt x="2806123" y="623608"/>
                  </a:cubicBezTo>
                  <a:lnTo>
                    <a:pt x="2806123" y="2806161"/>
                  </a:lnTo>
                  <a:lnTo>
                    <a:pt x="623608" y="2806161"/>
                  </a:lnTo>
                  <a:cubicBezTo>
                    <a:pt x="279208" y="2806161"/>
                    <a:pt x="0" y="3085369"/>
                    <a:pt x="0" y="3429731"/>
                  </a:cubicBezTo>
                  <a:cubicBezTo>
                    <a:pt x="0" y="3774132"/>
                    <a:pt x="279208" y="4053340"/>
                    <a:pt x="623608" y="4053340"/>
                  </a:cubicBezTo>
                  <a:lnTo>
                    <a:pt x="2806161" y="4053340"/>
                  </a:lnTo>
                  <a:lnTo>
                    <a:pt x="2806161" y="6235893"/>
                  </a:lnTo>
                  <a:cubicBezTo>
                    <a:pt x="2806161" y="6580293"/>
                    <a:pt x="3085369" y="6859501"/>
                    <a:pt x="3429770" y="6859501"/>
                  </a:cubicBezTo>
                  <a:cubicBezTo>
                    <a:pt x="3774171" y="6859501"/>
                    <a:pt x="4053340" y="6580293"/>
                    <a:pt x="4053340" y="6235893"/>
                  </a:cubicBezTo>
                  <a:close/>
                </a:path>
              </a:pathLst>
            </a:cu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endParaRPr lang="en-US" dirty="0"/>
            </a:p>
          </p:txBody>
        </p:sp>
        <p:sp useBgFill="1">
          <p:nvSpPr>
            <p:cNvPr id="13" name="Oval 12">
              <a:extLst>
                <a:ext uri="{FF2B5EF4-FFF2-40B4-BE49-F238E27FC236}">
                  <a16:creationId xmlns:a16="http://schemas.microsoft.com/office/drawing/2014/main" id="{9A54C6CC-DDAA-4A39-ADF6-3C8475C59A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2286000" y="1378534"/>
              <a:ext cx="215724" cy="215724"/>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endParaRPr lang="en-US" dirty="0"/>
            </a:p>
          </p:txBody>
        </p:sp>
        <p:sp useBgFill="1">
          <p:nvSpPr>
            <p:cNvPr id="14" name="Oval 13">
              <a:extLst>
                <a:ext uri="{FF2B5EF4-FFF2-40B4-BE49-F238E27FC236}">
                  <a16:creationId xmlns:a16="http://schemas.microsoft.com/office/drawing/2014/main" id="{714358CC-CF77-4F38-89E2-D6A3ABD012B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438029" y="254882"/>
              <a:ext cx="474023" cy="474023"/>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endParaRPr lang="en-US"/>
            </a:p>
          </p:txBody>
        </p:sp>
        <p:sp useBgFill="1">
          <p:nvSpPr>
            <p:cNvPr id="15" name="Oval 14">
              <a:extLst>
                <a:ext uri="{FF2B5EF4-FFF2-40B4-BE49-F238E27FC236}">
                  <a16:creationId xmlns:a16="http://schemas.microsoft.com/office/drawing/2014/main" id="{0CB44DA0-4772-4F1E-982F-12BAC7C584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838200" y="2514942"/>
              <a:ext cx="334385" cy="334385"/>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endParaRPr lang="en-US" dirty="0"/>
            </a:p>
          </p:txBody>
        </p:sp>
      </p:grpSp>
      <p:sp>
        <p:nvSpPr>
          <p:cNvPr id="17" name="Rectangle 16">
            <a:extLst>
              <a:ext uri="{FF2B5EF4-FFF2-40B4-BE49-F238E27FC236}">
                <a16:creationId xmlns:a16="http://schemas.microsoft.com/office/drawing/2014/main" id="{816D4481-06E0-406F-B2B0-A78607E35F7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2000" cy="6857999"/>
          </a:xfrm>
          <a:prstGeom prst="rect">
            <a:avLst/>
          </a:prstGeom>
          <a:solidFill>
            <a:schemeClr val="accent2">
              <a:alpha val="40000"/>
            </a:schemeClr>
          </a:solidFill>
          <a:ln w="3848" cap="flat">
            <a:noFill/>
            <a:prstDash val="solid"/>
            <a:miter/>
          </a:ln>
          <a:effectLst/>
        </p:spPr>
        <p:txBody>
          <a:bodyPr rtlCol="0" anchor="ctr"/>
          <a:lstStyle/>
          <a:p>
            <a:endParaRPr lang="en-US" dirty="0">
              <a:solidFill>
                <a:schemeClr val="tx1"/>
              </a:solidFill>
            </a:endParaRPr>
          </a:p>
        </p:txBody>
      </p:sp>
      <p:sp>
        <p:nvSpPr>
          <p:cNvPr id="2" name="Tytuł 1">
            <a:extLst>
              <a:ext uri="{FF2B5EF4-FFF2-40B4-BE49-F238E27FC236}">
                <a16:creationId xmlns:a16="http://schemas.microsoft.com/office/drawing/2014/main" id="{86E9A729-81F5-45BC-88BD-AAAF55828601}"/>
              </a:ext>
            </a:extLst>
          </p:cNvPr>
          <p:cNvSpPr>
            <a:spLocks noGrp="1"/>
          </p:cNvSpPr>
          <p:nvPr>
            <p:ph type="ctrTitle"/>
          </p:nvPr>
        </p:nvSpPr>
        <p:spPr>
          <a:xfrm>
            <a:off x="1524000" y="728905"/>
            <a:ext cx="9144000" cy="3184274"/>
          </a:xfrm>
        </p:spPr>
        <p:txBody>
          <a:bodyPr>
            <a:normAutofit/>
          </a:bodyPr>
          <a:lstStyle/>
          <a:p>
            <a:r>
              <a:rPr lang="pl-PL" b="1" dirty="0">
                <a:latin typeface="Arial Black" panose="020B0A04020102020204" pitchFamily="34" charset="0"/>
              </a:rPr>
              <a:t>Triangulacja wielokąta prostego – porównanie metod</a:t>
            </a:r>
          </a:p>
        </p:txBody>
      </p:sp>
      <p:sp>
        <p:nvSpPr>
          <p:cNvPr id="3" name="Podtytuł 2">
            <a:extLst>
              <a:ext uri="{FF2B5EF4-FFF2-40B4-BE49-F238E27FC236}">
                <a16:creationId xmlns:a16="http://schemas.microsoft.com/office/drawing/2014/main" id="{1E60F6B1-897D-E5D3-0D7A-34B37E57933E}"/>
              </a:ext>
            </a:extLst>
          </p:cNvPr>
          <p:cNvSpPr>
            <a:spLocks noGrp="1"/>
          </p:cNvSpPr>
          <p:nvPr>
            <p:ph type="subTitle" idx="1"/>
          </p:nvPr>
        </p:nvSpPr>
        <p:spPr>
          <a:xfrm>
            <a:off x="1524000" y="4072044"/>
            <a:ext cx="9144000" cy="1722266"/>
          </a:xfrm>
        </p:spPr>
        <p:txBody>
          <a:bodyPr vert="horz" lIns="91440" tIns="45720" rIns="91440" bIns="45720" rtlCol="0" anchor="t">
            <a:normAutofit/>
          </a:bodyPr>
          <a:lstStyle/>
          <a:p>
            <a:r>
              <a:rPr lang="pl-PL" sz="2200" b="1" i="1" dirty="0">
                <a:latin typeface="Arial Black" panose="020B0A04020102020204" pitchFamily="34" charset="0"/>
              </a:rPr>
              <a:t>Projekt nr 7</a:t>
            </a:r>
          </a:p>
          <a:p>
            <a:r>
              <a:rPr lang="pl-PL" sz="2200" b="1" i="1" dirty="0">
                <a:latin typeface="Arial Black"/>
              </a:rPr>
              <a:t>Robert Mesek</a:t>
            </a:r>
          </a:p>
          <a:p>
            <a:r>
              <a:rPr lang="pl-PL" sz="2200" b="1" i="1" dirty="0">
                <a:latin typeface="Arial Black" panose="020B0A04020102020204" pitchFamily="34" charset="0"/>
              </a:rPr>
              <a:t>Wojciech Kaźmierczak</a:t>
            </a:r>
          </a:p>
          <a:p>
            <a:r>
              <a:rPr lang="pl-PL" sz="2200" b="1" i="1" dirty="0">
                <a:latin typeface="Arial Black" panose="020B0A04020102020204" pitchFamily="34" charset="0"/>
              </a:rPr>
              <a:t>Grupa 4</a:t>
            </a:r>
          </a:p>
        </p:txBody>
      </p:sp>
    </p:spTree>
    <p:extLst>
      <p:ext uri="{BB962C8B-B14F-4D97-AF65-F5344CB8AC3E}">
        <p14:creationId xmlns:p14="http://schemas.microsoft.com/office/powerpoint/2010/main" val="414441278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8D5EDD94-EB75-03D1-A552-3686D959D0ED}"/>
              </a:ext>
            </a:extLst>
          </p:cNvPr>
          <p:cNvSpPr>
            <a:spLocks noGrp="1"/>
          </p:cNvSpPr>
          <p:nvPr>
            <p:ph type="title"/>
          </p:nvPr>
        </p:nvSpPr>
        <p:spPr/>
        <p:txBody>
          <a:bodyPr/>
          <a:lstStyle/>
          <a:p>
            <a:r>
              <a:rPr lang="pl-PL" dirty="0"/>
              <a:t>Czym jest triangulacja?</a:t>
            </a:r>
          </a:p>
        </p:txBody>
      </p:sp>
      <p:sp>
        <p:nvSpPr>
          <p:cNvPr id="3" name="Symbol zastępczy zawartości 2">
            <a:extLst>
              <a:ext uri="{FF2B5EF4-FFF2-40B4-BE49-F238E27FC236}">
                <a16:creationId xmlns:a16="http://schemas.microsoft.com/office/drawing/2014/main" id="{386DAF63-CD96-5B4A-18A4-C03953893F3F}"/>
              </a:ext>
            </a:extLst>
          </p:cNvPr>
          <p:cNvSpPr>
            <a:spLocks noGrp="1"/>
          </p:cNvSpPr>
          <p:nvPr>
            <p:ph idx="1"/>
          </p:nvPr>
        </p:nvSpPr>
        <p:spPr>
          <a:xfrm>
            <a:off x="307258" y="2101645"/>
            <a:ext cx="11046542" cy="3687097"/>
          </a:xfrm>
        </p:spPr>
        <p:txBody>
          <a:bodyPr>
            <a:normAutofit lnSpcReduction="10000"/>
          </a:bodyPr>
          <a:lstStyle/>
          <a:p>
            <a:r>
              <a:rPr lang="pl-PL" sz="2800" dirty="0">
                <a:latin typeface="Arial" panose="020B0604020202020204" pitchFamily="34" charset="0"/>
              </a:rPr>
              <a:t>Triangulacja wielokąta w 2D to podział</a:t>
            </a:r>
            <a:r>
              <a:rPr lang="pl-PL" sz="2800" dirty="0"/>
              <a:t> </a:t>
            </a:r>
            <a:r>
              <a:rPr lang="pl-PL" sz="2800" dirty="0">
                <a:latin typeface="Arial" panose="020B0604020202020204" pitchFamily="34" charset="0"/>
              </a:rPr>
              <a:t>wielokąta na trójkąty, których jedynymi</a:t>
            </a:r>
            <a:r>
              <a:rPr lang="pl-PL" sz="2800" dirty="0"/>
              <a:t> </a:t>
            </a:r>
            <a:r>
              <a:rPr lang="pl-PL" sz="2800" dirty="0">
                <a:latin typeface="Arial" panose="020B0604020202020204" pitchFamily="34" charset="0"/>
              </a:rPr>
              <a:t>wierzchołkami są wierzchołki wielokąta.</a:t>
            </a:r>
          </a:p>
          <a:p>
            <a:r>
              <a:rPr lang="pl-PL" dirty="0">
                <a:latin typeface="Arial" panose="020B0604020202020204" pitchFamily="34" charset="0"/>
              </a:rPr>
              <a:t> Istnieje wiele triangulacji tego samo wielokąta, jednak każda z nich posiadać będzie tą samą liczbę trójkątów.</a:t>
            </a:r>
            <a:endParaRPr lang="pl-PL" sz="2800" kern="150" dirty="0">
              <a:effectLst/>
              <a:latin typeface="Arial" panose="020B0604020202020204" pitchFamily="34" charset="0"/>
              <a:ea typeface="DejaVu Sans"/>
              <a:cs typeface="FreeSans"/>
            </a:endParaRPr>
          </a:p>
          <a:p>
            <a:r>
              <a:rPr lang="pl-PL" sz="2800" dirty="0">
                <a:latin typeface="Arial" panose="020B0604020202020204" pitchFamily="34" charset="0"/>
                <a:cs typeface="Arial" panose="020B0604020202020204" pitchFamily="34" charset="0"/>
              </a:rPr>
              <a:t> Dla każdego wielokąta można znaleźć jego triangulację</a:t>
            </a:r>
          </a:p>
          <a:p>
            <a:r>
              <a:rPr lang="pl-PL" dirty="0">
                <a:latin typeface="Arial" panose="020B0604020202020204" pitchFamily="34" charset="0"/>
                <a:cs typeface="Arial" panose="020B0604020202020204" pitchFamily="34" charset="0"/>
              </a:rPr>
              <a:t> Istnieje wiele różnych metod/algorytmów triangulacji, jednak my dzisiaj zajmiemy się dwoma metodami: </a:t>
            </a:r>
            <a:r>
              <a:rPr lang="pl-PL" dirty="0"/>
              <a:t>Triangulacja z wykorzystaniem wielokątów monotonicznych, Triangulacja </a:t>
            </a:r>
            <a:r>
              <a:rPr lang="pl-PL" dirty="0" err="1"/>
              <a:t>Delaunay’a</a:t>
            </a:r>
            <a:endParaRPr lang="pl-PL" sz="2800" dirty="0">
              <a:latin typeface="Arial" panose="020B0604020202020204" pitchFamily="34" charset="0"/>
              <a:cs typeface="Arial" panose="020B0604020202020204" pitchFamily="34" charset="0"/>
            </a:endParaRPr>
          </a:p>
          <a:p>
            <a:endParaRPr lang="pl-PL" dirty="0"/>
          </a:p>
        </p:txBody>
      </p:sp>
    </p:spTree>
    <p:extLst>
      <p:ext uri="{BB962C8B-B14F-4D97-AF65-F5344CB8AC3E}">
        <p14:creationId xmlns:p14="http://schemas.microsoft.com/office/powerpoint/2010/main" val="30153637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25AD4A59-91FA-4E30-8F32-A8AB51F768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3848" cap="flat">
            <a:noFill/>
            <a:prstDash val="solid"/>
            <a:miter/>
          </a:ln>
          <a:effectLst/>
        </p:spPr>
        <p:txBody>
          <a:bodyPr rtlCol="0" anchor="ctr"/>
          <a:lstStyle/>
          <a:p>
            <a:endParaRPr lang="en-US" dirty="0">
              <a:solidFill>
                <a:schemeClr val="tx1"/>
              </a:solidFill>
            </a:endParaRPr>
          </a:p>
        </p:txBody>
      </p:sp>
      <p:sp>
        <p:nvSpPr>
          <p:cNvPr id="21" name="Rectangle 20">
            <a:extLst>
              <a:ext uri="{FF2B5EF4-FFF2-40B4-BE49-F238E27FC236}">
                <a16:creationId xmlns:a16="http://schemas.microsoft.com/office/drawing/2014/main" id="{CDFF45EF-8068-49B8-AFAE-404F6EB188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FFFFFF">
              <a:alpha val="10000"/>
            </a:srgbClr>
          </a:solidFill>
          <a:ln w="3848" cap="flat">
            <a:noFill/>
            <a:prstDash val="solid"/>
            <a:miter/>
          </a:ln>
          <a:effectLst/>
        </p:spPr>
        <p:txBody>
          <a:bodyPr rtlCol="0" anchor="ctr"/>
          <a:lstStyle/>
          <a:p>
            <a:endParaRPr lang="en-US" dirty="0">
              <a:solidFill>
                <a:schemeClr val="tx1"/>
              </a:solidFill>
            </a:endParaRPr>
          </a:p>
        </p:txBody>
      </p:sp>
      <p:sp>
        <p:nvSpPr>
          <p:cNvPr id="23" name="Rectangle 22">
            <a:extLst>
              <a:ext uri="{FF2B5EF4-FFF2-40B4-BE49-F238E27FC236}">
                <a16:creationId xmlns:a16="http://schemas.microsoft.com/office/drawing/2014/main" id="{685ABF52-5DFD-457B-AE2D-751BC23FF7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214" y="-2"/>
            <a:ext cx="12188952" cy="6858001"/>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5" name="Group 24">
            <a:extLst>
              <a:ext uri="{FF2B5EF4-FFF2-40B4-BE49-F238E27FC236}">
                <a16:creationId xmlns:a16="http://schemas.microsoft.com/office/drawing/2014/main" id="{ADC9D8C7-B9B4-4FFD-AA73-CBC0517271E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75988" y="685800"/>
            <a:ext cx="11776003" cy="5742276"/>
            <a:chOff x="175988" y="685800"/>
            <a:chExt cx="11776003" cy="5742276"/>
          </a:xfrm>
        </p:grpSpPr>
        <p:sp>
          <p:nvSpPr>
            <p:cNvPr id="26" name="Graphic 10">
              <a:extLst>
                <a:ext uri="{FF2B5EF4-FFF2-40B4-BE49-F238E27FC236}">
                  <a16:creationId xmlns:a16="http://schemas.microsoft.com/office/drawing/2014/main" id="{73BF16FB-EB0B-4FEC-932B-144540A9304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2700000">
              <a:off x="175988" y="796367"/>
              <a:ext cx="1066799" cy="1066799"/>
            </a:xfrm>
            <a:custGeom>
              <a:avLst/>
              <a:gdLst>
                <a:gd name="connsiteX0" fmla="*/ 4053340 w 6859500"/>
                <a:gd name="connsiteY0" fmla="*/ 6235893 h 6859500"/>
                <a:gd name="connsiteX1" fmla="*/ 4053340 w 6859500"/>
                <a:gd name="connsiteY1" fmla="*/ 4053340 h 6859500"/>
                <a:gd name="connsiteX2" fmla="*/ 6235893 w 6859500"/>
                <a:gd name="connsiteY2" fmla="*/ 4053340 h 6859500"/>
                <a:gd name="connsiteX3" fmla="*/ 6859501 w 6859500"/>
                <a:gd name="connsiteY3" fmla="*/ 3429731 h 6859500"/>
                <a:gd name="connsiteX4" fmla="*/ 6235893 w 6859500"/>
                <a:gd name="connsiteY4" fmla="*/ 2806123 h 6859500"/>
                <a:gd name="connsiteX5" fmla="*/ 4053340 w 6859500"/>
                <a:gd name="connsiteY5" fmla="*/ 2806123 h 6859500"/>
                <a:gd name="connsiteX6" fmla="*/ 4053340 w 6859500"/>
                <a:gd name="connsiteY6" fmla="*/ 623608 h 6859500"/>
                <a:gd name="connsiteX7" fmla="*/ 3429731 w 6859500"/>
                <a:gd name="connsiteY7" fmla="*/ 0 h 6859500"/>
                <a:gd name="connsiteX8" fmla="*/ 2806123 w 6859500"/>
                <a:gd name="connsiteY8" fmla="*/ 623608 h 6859500"/>
                <a:gd name="connsiteX9" fmla="*/ 2806123 w 6859500"/>
                <a:gd name="connsiteY9" fmla="*/ 2806161 h 6859500"/>
                <a:gd name="connsiteX10" fmla="*/ 623608 w 6859500"/>
                <a:gd name="connsiteY10" fmla="*/ 2806161 h 6859500"/>
                <a:gd name="connsiteX11" fmla="*/ 0 w 6859500"/>
                <a:gd name="connsiteY11" fmla="*/ 3429731 h 6859500"/>
                <a:gd name="connsiteX12" fmla="*/ 623608 w 6859500"/>
                <a:gd name="connsiteY12" fmla="*/ 4053340 h 6859500"/>
                <a:gd name="connsiteX13" fmla="*/ 2806161 w 6859500"/>
                <a:gd name="connsiteY13" fmla="*/ 4053340 h 6859500"/>
                <a:gd name="connsiteX14" fmla="*/ 2806161 w 6859500"/>
                <a:gd name="connsiteY14" fmla="*/ 6235893 h 6859500"/>
                <a:gd name="connsiteX15" fmla="*/ 3429770 w 6859500"/>
                <a:gd name="connsiteY15" fmla="*/ 6859501 h 6859500"/>
                <a:gd name="connsiteX16" fmla="*/ 4053340 w 6859500"/>
                <a:gd name="connsiteY16" fmla="*/ 6235893 h 6859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859500" h="6859500">
                  <a:moveTo>
                    <a:pt x="4053340" y="6235893"/>
                  </a:moveTo>
                  <a:lnTo>
                    <a:pt x="4053340" y="4053340"/>
                  </a:lnTo>
                  <a:lnTo>
                    <a:pt x="6235893" y="4053340"/>
                  </a:lnTo>
                  <a:cubicBezTo>
                    <a:pt x="6580293" y="4053340"/>
                    <a:pt x="6859501" y="3774132"/>
                    <a:pt x="6859501" y="3429731"/>
                  </a:cubicBezTo>
                  <a:cubicBezTo>
                    <a:pt x="6859501" y="3085330"/>
                    <a:pt x="6580332" y="2806123"/>
                    <a:pt x="6235893" y="2806123"/>
                  </a:cubicBezTo>
                  <a:lnTo>
                    <a:pt x="4053340" y="2806123"/>
                  </a:lnTo>
                  <a:lnTo>
                    <a:pt x="4053340" y="623608"/>
                  </a:lnTo>
                  <a:cubicBezTo>
                    <a:pt x="4053340" y="279208"/>
                    <a:pt x="3774171" y="0"/>
                    <a:pt x="3429731" y="0"/>
                  </a:cubicBezTo>
                  <a:cubicBezTo>
                    <a:pt x="3085330" y="0"/>
                    <a:pt x="2806123" y="279208"/>
                    <a:pt x="2806123" y="623608"/>
                  </a:cubicBezTo>
                  <a:lnTo>
                    <a:pt x="2806123" y="2806161"/>
                  </a:lnTo>
                  <a:lnTo>
                    <a:pt x="623608" y="2806161"/>
                  </a:lnTo>
                  <a:cubicBezTo>
                    <a:pt x="279208" y="2806161"/>
                    <a:pt x="0" y="3085369"/>
                    <a:pt x="0" y="3429731"/>
                  </a:cubicBezTo>
                  <a:cubicBezTo>
                    <a:pt x="0" y="3774132"/>
                    <a:pt x="279208" y="4053340"/>
                    <a:pt x="623608" y="4053340"/>
                  </a:cubicBezTo>
                  <a:lnTo>
                    <a:pt x="2806161" y="4053340"/>
                  </a:lnTo>
                  <a:lnTo>
                    <a:pt x="2806161" y="6235893"/>
                  </a:lnTo>
                  <a:cubicBezTo>
                    <a:pt x="2806161" y="6580293"/>
                    <a:pt x="3085369" y="6859501"/>
                    <a:pt x="3429770" y="6859501"/>
                  </a:cubicBezTo>
                  <a:cubicBezTo>
                    <a:pt x="3774171" y="6859501"/>
                    <a:pt x="4053340" y="6580293"/>
                    <a:pt x="4053340" y="6235893"/>
                  </a:cubicBezTo>
                  <a:close/>
                </a:path>
              </a:pathLst>
            </a:custGeom>
            <a:solidFill>
              <a:schemeClr val="accent2"/>
            </a:solidFill>
            <a:ln w="3848" cap="flat">
              <a:noFill/>
              <a:prstDash val="solid"/>
              <a:miter/>
            </a:ln>
            <a:effectLst>
              <a:outerShdw blurRad="101600" dist="38100" dir="16200000" rotWithShape="0">
                <a:srgbClr val="000000">
                  <a:alpha val="25000"/>
                </a:srgbClr>
              </a:outerShdw>
            </a:effectLst>
          </p:spPr>
          <p:txBody>
            <a:bodyPr rtlCol="0" anchor="ctr"/>
            <a:lstStyle/>
            <a:p>
              <a:endParaRPr lang="en-US" dirty="0"/>
            </a:p>
          </p:txBody>
        </p:sp>
        <p:sp useBgFill="1">
          <p:nvSpPr>
            <p:cNvPr id="27" name="Graphic 10">
              <a:extLst>
                <a:ext uri="{FF2B5EF4-FFF2-40B4-BE49-F238E27FC236}">
                  <a16:creationId xmlns:a16="http://schemas.microsoft.com/office/drawing/2014/main" id="{61CE679E-A150-4B61-81B8-5FD775CC4E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2700000">
              <a:off x="10793124" y="5269209"/>
              <a:ext cx="1158867" cy="1158867"/>
            </a:xfrm>
            <a:custGeom>
              <a:avLst/>
              <a:gdLst>
                <a:gd name="connsiteX0" fmla="*/ 4053340 w 6859500"/>
                <a:gd name="connsiteY0" fmla="*/ 6235893 h 6859500"/>
                <a:gd name="connsiteX1" fmla="*/ 4053340 w 6859500"/>
                <a:gd name="connsiteY1" fmla="*/ 4053340 h 6859500"/>
                <a:gd name="connsiteX2" fmla="*/ 6235893 w 6859500"/>
                <a:gd name="connsiteY2" fmla="*/ 4053340 h 6859500"/>
                <a:gd name="connsiteX3" fmla="*/ 6859501 w 6859500"/>
                <a:gd name="connsiteY3" fmla="*/ 3429731 h 6859500"/>
                <a:gd name="connsiteX4" fmla="*/ 6235893 w 6859500"/>
                <a:gd name="connsiteY4" fmla="*/ 2806123 h 6859500"/>
                <a:gd name="connsiteX5" fmla="*/ 4053340 w 6859500"/>
                <a:gd name="connsiteY5" fmla="*/ 2806123 h 6859500"/>
                <a:gd name="connsiteX6" fmla="*/ 4053340 w 6859500"/>
                <a:gd name="connsiteY6" fmla="*/ 623608 h 6859500"/>
                <a:gd name="connsiteX7" fmla="*/ 3429731 w 6859500"/>
                <a:gd name="connsiteY7" fmla="*/ 0 h 6859500"/>
                <a:gd name="connsiteX8" fmla="*/ 2806123 w 6859500"/>
                <a:gd name="connsiteY8" fmla="*/ 623608 h 6859500"/>
                <a:gd name="connsiteX9" fmla="*/ 2806123 w 6859500"/>
                <a:gd name="connsiteY9" fmla="*/ 2806161 h 6859500"/>
                <a:gd name="connsiteX10" fmla="*/ 623608 w 6859500"/>
                <a:gd name="connsiteY10" fmla="*/ 2806161 h 6859500"/>
                <a:gd name="connsiteX11" fmla="*/ 0 w 6859500"/>
                <a:gd name="connsiteY11" fmla="*/ 3429731 h 6859500"/>
                <a:gd name="connsiteX12" fmla="*/ 623608 w 6859500"/>
                <a:gd name="connsiteY12" fmla="*/ 4053340 h 6859500"/>
                <a:gd name="connsiteX13" fmla="*/ 2806161 w 6859500"/>
                <a:gd name="connsiteY13" fmla="*/ 4053340 h 6859500"/>
                <a:gd name="connsiteX14" fmla="*/ 2806161 w 6859500"/>
                <a:gd name="connsiteY14" fmla="*/ 6235893 h 6859500"/>
                <a:gd name="connsiteX15" fmla="*/ 3429770 w 6859500"/>
                <a:gd name="connsiteY15" fmla="*/ 6859501 h 6859500"/>
                <a:gd name="connsiteX16" fmla="*/ 4053340 w 6859500"/>
                <a:gd name="connsiteY16" fmla="*/ 6235893 h 6859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859500" h="6859500">
                  <a:moveTo>
                    <a:pt x="4053340" y="6235893"/>
                  </a:moveTo>
                  <a:lnTo>
                    <a:pt x="4053340" y="4053340"/>
                  </a:lnTo>
                  <a:lnTo>
                    <a:pt x="6235893" y="4053340"/>
                  </a:lnTo>
                  <a:cubicBezTo>
                    <a:pt x="6580293" y="4053340"/>
                    <a:pt x="6859501" y="3774132"/>
                    <a:pt x="6859501" y="3429731"/>
                  </a:cubicBezTo>
                  <a:cubicBezTo>
                    <a:pt x="6859501" y="3085330"/>
                    <a:pt x="6580332" y="2806123"/>
                    <a:pt x="6235893" y="2806123"/>
                  </a:cubicBezTo>
                  <a:lnTo>
                    <a:pt x="4053340" y="2806123"/>
                  </a:lnTo>
                  <a:lnTo>
                    <a:pt x="4053340" y="623608"/>
                  </a:lnTo>
                  <a:cubicBezTo>
                    <a:pt x="4053340" y="279208"/>
                    <a:pt x="3774171" y="0"/>
                    <a:pt x="3429731" y="0"/>
                  </a:cubicBezTo>
                  <a:cubicBezTo>
                    <a:pt x="3085330" y="0"/>
                    <a:pt x="2806123" y="279208"/>
                    <a:pt x="2806123" y="623608"/>
                  </a:cubicBezTo>
                  <a:lnTo>
                    <a:pt x="2806123" y="2806161"/>
                  </a:lnTo>
                  <a:lnTo>
                    <a:pt x="623608" y="2806161"/>
                  </a:lnTo>
                  <a:cubicBezTo>
                    <a:pt x="279208" y="2806161"/>
                    <a:pt x="0" y="3085369"/>
                    <a:pt x="0" y="3429731"/>
                  </a:cubicBezTo>
                  <a:cubicBezTo>
                    <a:pt x="0" y="3774132"/>
                    <a:pt x="279208" y="4053340"/>
                    <a:pt x="623608" y="4053340"/>
                  </a:cubicBezTo>
                  <a:lnTo>
                    <a:pt x="2806161" y="4053340"/>
                  </a:lnTo>
                  <a:lnTo>
                    <a:pt x="2806161" y="6235893"/>
                  </a:lnTo>
                  <a:cubicBezTo>
                    <a:pt x="2806161" y="6580293"/>
                    <a:pt x="3085369" y="6859501"/>
                    <a:pt x="3429770" y="6859501"/>
                  </a:cubicBezTo>
                  <a:cubicBezTo>
                    <a:pt x="3774171" y="6859501"/>
                    <a:pt x="4053340" y="6580293"/>
                    <a:pt x="4053340" y="6235893"/>
                  </a:cubicBezTo>
                  <a:close/>
                </a:path>
              </a:pathLst>
            </a:custGeom>
            <a:solidFill>
              <a:schemeClr val="accent2"/>
            </a:solidFill>
            <a:ln w="3848" cap="flat">
              <a:noFill/>
              <a:prstDash val="solid"/>
              <a:miter/>
            </a:ln>
            <a:effectLst>
              <a:outerShdw blurRad="101600" dist="38100" dir="16200000" rotWithShape="0">
                <a:srgbClr val="000000">
                  <a:alpha val="25000"/>
                </a:srgbClr>
              </a:outerShdw>
            </a:effectLst>
          </p:spPr>
          <p:txBody>
            <a:bodyPr rtlCol="0" anchor="ctr"/>
            <a:lstStyle/>
            <a:p>
              <a:endParaRPr lang="en-US"/>
            </a:p>
          </p:txBody>
        </p:sp>
        <p:sp>
          <p:nvSpPr>
            <p:cNvPr id="28" name="Oval 27">
              <a:extLst>
                <a:ext uri="{FF2B5EF4-FFF2-40B4-BE49-F238E27FC236}">
                  <a16:creationId xmlns:a16="http://schemas.microsoft.com/office/drawing/2014/main" id="{65064892-A316-45D2-9D36-522369EE5B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2209800" y="1953278"/>
              <a:ext cx="261660" cy="261660"/>
            </a:xfrm>
            <a:prstGeom prst="ellipse">
              <a:avLst/>
            </a:prstGeom>
            <a:solidFill>
              <a:schemeClr val="accent2"/>
            </a:solidFill>
            <a:ln w="3848" cap="flat">
              <a:noFill/>
              <a:prstDash val="solid"/>
              <a:miter/>
            </a:ln>
            <a:effectLst>
              <a:outerShdw blurRad="101600" dist="38100" dir="16200000" rotWithShape="0">
                <a:srgbClr val="000000">
                  <a:alpha val="25000"/>
                </a:srgbClr>
              </a:outerShdw>
            </a:effectLst>
          </p:spPr>
          <p:txBody>
            <a:bodyPr rtlCol="0" anchor="ctr"/>
            <a:lstStyle/>
            <a:p>
              <a:endParaRPr lang="en-US" dirty="0"/>
            </a:p>
          </p:txBody>
        </p:sp>
        <p:sp useBgFill="1">
          <p:nvSpPr>
            <p:cNvPr id="29" name="Oval 28">
              <a:extLst>
                <a:ext uri="{FF2B5EF4-FFF2-40B4-BE49-F238E27FC236}">
                  <a16:creationId xmlns:a16="http://schemas.microsoft.com/office/drawing/2014/main" id="{1B2ACA0D-2ADE-40C0-AD5B-94BE5E3645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10422284" y="4931360"/>
              <a:ext cx="261660" cy="261660"/>
            </a:xfrm>
            <a:prstGeom prst="ellipse">
              <a:avLst/>
            </a:prstGeom>
            <a:solidFill>
              <a:schemeClr val="accent2"/>
            </a:solidFill>
            <a:ln w="3848" cap="flat">
              <a:noFill/>
              <a:prstDash val="solid"/>
              <a:miter/>
            </a:ln>
            <a:effectLst>
              <a:outerShdw blurRad="101600" dist="38100" dir="16200000" rotWithShape="0">
                <a:srgbClr val="000000">
                  <a:alpha val="25000"/>
                </a:srgbClr>
              </a:outerShdw>
            </a:effectLst>
          </p:spPr>
          <p:txBody>
            <a:bodyPr rtlCol="0" anchor="ctr"/>
            <a:lstStyle/>
            <a:p>
              <a:endParaRPr lang="en-US"/>
            </a:p>
          </p:txBody>
        </p:sp>
        <p:sp>
          <p:nvSpPr>
            <p:cNvPr id="30" name="Oval 29">
              <a:extLst>
                <a:ext uri="{FF2B5EF4-FFF2-40B4-BE49-F238E27FC236}">
                  <a16:creationId xmlns:a16="http://schemas.microsoft.com/office/drawing/2014/main" id="{DD4A7C13-B4D6-402F-BD18-D6B1F3C86E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1675401" y="685800"/>
              <a:ext cx="418430" cy="418430"/>
            </a:xfrm>
            <a:prstGeom prst="ellipse">
              <a:avLst/>
            </a:prstGeom>
            <a:solidFill>
              <a:schemeClr val="accent2"/>
            </a:solidFill>
            <a:ln w="3848" cap="flat">
              <a:noFill/>
              <a:prstDash val="solid"/>
              <a:miter/>
            </a:ln>
            <a:effectLst>
              <a:outerShdw blurRad="101600" dist="38100" dir="16200000" rotWithShape="0">
                <a:srgbClr val="000000">
                  <a:alpha val="25000"/>
                </a:srgbClr>
              </a:outerShdw>
            </a:effectLst>
          </p:spPr>
          <p:txBody>
            <a:bodyPr rtlCol="0" anchor="ctr"/>
            <a:lstStyle/>
            <a:p>
              <a:endParaRPr lang="en-US" dirty="0"/>
            </a:p>
          </p:txBody>
        </p:sp>
      </p:grpSp>
      <p:sp>
        <p:nvSpPr>
          <p:cNvPr id="2" name="Tytuł 1">
            <a:extLst>
              <a:ext uri="{FF2B5EF4-FFF2-40B4-BE49-F238E27FC236}">
                <a16:creationId xmlns:a16="http://schemas.microsoft.com/office/drawing/2014/main" id="{1891ABC4-AEF6-6D9D-C428-2B87C4AEEE80}"/>
              </a:ext>
            </a:extLst>
          </p:cNvPr>
          <p:cNvSpPr>
            <a:spLocks noGrp="1"/>
          </p:cNvSpPr>
          <p:nvPr>
            <p:ph type="title"/>
          </p:nvPr>
        </p:nvSpPr>
        <p:spPr>
          <a:xfrm>
            <a:off x="430193" y="557189"/>
            <a:ext cx="10991529" cy="5743616"/>
          </a:xfrm>
        </p:spPr>
        <p:txBody>
          <a:bodyPr anchor="ctr">
            <a:normAutofit/>
          </a:bodyPr>
          <a:lstStyle/>
          <a:p>
            <a:pPr algn="ctr"/>
            <a:r>
              <a:rPr lang="pl-PL" u="sng" dirty="0">
                <a:solidFill>
                  <a:srgbClr val="FFFFFF"/>
                </a:solidFill>
              </a:rPr>
              <a:t>Metoda I</a:t>
            </a:r>
            <a:br>
              <a:rPr lang="pl-PL" dirty="0">
                <a:solidFill>
                  <a:srgbClr val="FFFFFF"/>
                </a:solidFill>
              </a:rPr>
            </a:br>
            <a:r>
              <a:rPr lang="pl-PL" dirty="0">
                <a:solidFill>
                  <a:srgbClr val="FFFFFF"/>
                </a:solidFill>
              </a:rPr>
              <a:t>Triangulacja z wykorzystaniem wielokątów monotonicznych</a:t>
            </a:r>
          </a:p>
        </p:txBody>
      </p:sp>
    </p:spTree>
    <p:extLst>
      <p:ext uri="{BB962C8B-B14F-4D97-AF65-F5344CB8AC3E}">
        <p14:creationId xmlns:p14="http://schemas.microsoft.com/office/powerpoint/2010/main" val="33054632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67DD0C1E-D97F-2A89-F598-E6A3BD56A35A}"/>
              </a:ext>
            </a:extLst>
          </p:cNvPr>
          <p:cNvSpPr>
            <a:spLocks noGrp="1"/>
          </p:cNvSpPr>
          <p:nvPr>
            <p:ph type="title"/>
          </p:nvPr>
        </p:nvSpPr>
        <p:spPr>
          <a:xfrm>
            <a:off x="838200" y="752371"/>
            <a:ext cx="10515600" cy="2062579"/>
          </a:xfrm>
        </p:spPr>
        <p:txBody>
          <a:bodyPr>
            <a:noAutofit/>
          </a:bodyPr>
          <a:lstStyle/>
          <a:p>
            <a:r>
              <a:rPr lang="pl-PL" sz="3600" dirty="0">
                <a:ea typeface="+mj-lt"/>
                <a:cs typeface="+mj-lt"/>
              </a:rPr>
              <a:t>Celem algorytmu jest znalezienie triangulacji dowolnego wielokąta prostego. Aby to osiągnąć w tym sposobie musimy przeprowadzić kilka kroków:</a:t>
            </a:r>
            <a:endParaRPr lang="en-US" sz="3600">
              <a:ea typeface="Open sans"/>
              <a:cs typeface="Open sans"/>
            </a:endParaRPr>
          </a:p>
        </p:txBody>
      </p:sp>
      <p:sp>
        <p:nvSpPr>
          <p:cNvPr id="3" name="Symbol zastępczy zawartości 2">
            <a:extLst>
              <a:ext uri="{FF2B5EF4-FFF2-40B4-BE49-F238E27FC236}">
                <a16:creationId xmlns:a16="http://schemas.microsoft.com/office/drawing/2014/main" id="{6066B17D-0590-6477-1C53-553236425A1A}"/>
              </a:ext>
            </a:extLst>
          </p:cNvPr>
          <p:cNvSpPr>
            <a:spLocks noGrp="1"/>
          </p:cNvSpPr>
          <p:nvPr>
            <p:ph idx="1"/>
          </p:nvPr>
        </p:nvSpPr>
        <p:spPr>
          <a:xfrm>
            <a:off x="838200" y="3149755"/>
            <a:ext cx="10515600" cy="2302683"/>
          </a:xfrm>
        </p:spPr>
        <p:txBody>
          <a:bodyPr vert="horz" lIns="91440" tIns="45720" rIns="91440" bIns="45720" rtlCol="0" anchor="t">
            <a:normAutofit/>
          </a:bodyPr>
          <a:lstStyle/>
          <a:p>
            <a:r>
              <a:rPr lang="pl-PL" dirty="0">
                <a:ea typeface="+mn-lt"/>
                <a:cs typeface="+mn-lt"/>
              </a:rPr>
              <a:t>1. Klasyfikacja wierzchołków danego wielokąta.</a:t>
            </a:r>
            <a:endParaRPr lang="en-US" dirty="0">
              <a:ea typeface="+mn-lt"/>
              <a:cs typeface="+mn-lt"/>
            </a:endParaRPr>
          </a:p>
          <a:p>
            <a:r>
              <a:rPr lang="pl-PL" dirty="0">
                <a:ea typeface="+mn-lt"/>
                <a:cs typeface="+mn-lt"/>
              </a:rPr>
              <a:t>2. Podział wielokąta na wielokąty monotoniczne.</a:t>
            </a:r>
            <a:endParaRPr lang="pl-PL" dirty="0"/>
          </a:p>
          <a:p>
            <a:r>
              <a:rPr lang="pl-PL" dirty="0">
                <a:ea typeface="+mn-lt"/>
                <a:cs typeface="+mn-lt"/>
              </a:rPr>
              <a:t>3. Triangulacja wielokątów monotonicznych.</a:t>
            </a:r>
            <a:endParaRPr lang="pl-PL" dirty="0"/>
          </a:p>
        </p:txBody>
      </p:sp>
    </p:spTree>
    <p:extLst>
      <p:ext uri="{BB962C8B-B14F-4D97-AF65-F5344CB8AC3E}">
        <p14:creationId xmlns:p14="http://schemas.microsoft.com/office/powerpoint/2010/main" val="379064125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D91916A1-FEE7-41E7-BEE3-2B4941A6F30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75990" y="62886"/>
            <a:ext cx="11708355" cy="6301715"/>
            <a:chOff x="175990" y="62886"/>
            <a:chExt cx="11708355" cy="6301715"/>
          </a:xfrm>
        </p:grpSpPr>
        <p:sp useBgFill="1">
          <p:nvSpPr>
            <p:cNvPr id="10" name="Graphic 10">
              <a:extLst>
                <a:ext uri="{FF2B5EF4-FFF2-40B4-BE49-F238E27FC236}">
                  <a16:creationId xmlns:a16="http://schemas.microsoft.com/office/drawing/2014/main" id="{EAFF5F08-677C-4873-9274-02B6FE75104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2700000">
              <a:off x="175990" y="525742"/>
              <a:ext cx="1066799" cy="1066799"/>
            </a:xfrm>
            <a:custGeom>
              <a:avLst/>
              <a:gdLst>
                <a:gd name="connsiteX0" fmla="*/ 4053340 w 6859500"/>
                <a:gd name="connsiteY0" fmla="*/ 6235893 h 6859500"/>
                <a:gd name="connsiteX1" fmla="*/ 4053340 w 6859500"/>
                <a:gd name="connsiteY1" fmla="*/ 4053340 h 6859500"/>
                <a:gd name="connsiteX2" fmla="*/ 6235893 w 6859500"/>
                <a:gd name="connsiteY2" fmla="*/ 4053340 h 6859500"/>
                <a:gd name="connsiteX3" fmla="*/ 6859501 w 6859500"/>
                <a:gd name="connsiteY3" fmla="*/ 3429731 h 6859500"/>
                <a:gd name="connsiteX4" fmla="*/ 6235893 w 6859500"/>
                <a:gd name="connsiteY4" fmla="*/ 2806123 h 6859500"/>
                <a:gd name="connsiteX5" fmla="*/ 4053340 w 6859500"/>
                <a:gd name="connsiteY5" fmla="*/ 2806123 h 6859500"/>
                <a:gd name="connsiteX6" fmla="*/ 4053340 w 6859500"/>
                <a:gd name="connsiteY6" fmla="*/ 623608 h 6859500"/>
                <a:gd name="connsiteX7" fmla="*/ 3429731 w 6859500"/>
                <a:gd name="connsiteY7" fmla="*/ 0 h 6859500"/>
                <a:gd name="connsiteX8" fmla="*/ 2806123 w 6859500"/>
                <a:gd name="connsiteY8" fmla="*/ 623608 h 6859500"/>
                <a:gd name="connsiteX9" fmla="*/ 2806123 w 6859500"/>
                <a:gd name="connsiteY9" fmla="*/ 2806161 h 6859500"/>
                <a:gd name="connsiteX10" fmla="*/ 623608 w 6859500"/>
                <a:gd name="connsiteY10" fmla="*/ 2806161 h 6859500"/>
                <a:gd name="connsiteX11" fmla="*/ 0 w 6859500"/>
                <a:gd name="connsiteY11" fmla="*/ 3429731 h 6859500"/>
                <a:gd name="connsiteX12" fmla="*/ 623608 w 6859500"/>
                <a:gd name="connsiteY12" fmla="*/ 4053340 h 6859500"/>
                <a:gd name="connsiteX13" fmla="*/ 2806161 w 6859500"/>
                <a:gd name="connsiteY13" fmla="*/ 4053340 h 6859500"/>
                <a:gd name="connsiteX14" fmla="*/ 2806161 w 6859500"/>
                <a:gd name="connsiteY14" fmla="*/ 6235893 h 6859500"/>
                <a:gd name="connsiteX15" fmla="*/ 3429770 w 6859500"/>
                <a:gd name="connsiteY15" fmla="*/ 6859501 h 6859500"/>
                <a:gd name="connsiteX16" fmla="*/ 4053340 w 6859500"/>
                <a:gd name="connsiteY16" fmla="*/ 6235893 h 6859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859500" h="6859500">
                  <a:moveTo>
                    <a:pt x="4053340" y="6235893"/>
                  </a:moveTo>
                  <a:lnTo>
                    <a:pt x="4053340" y="4053340"/>
                  </a:lnTo>
                  <a:lnTo>
                    <a:pt x="6235893" y="4053340"/>
                  </a:lnTo>
                  <a:cubicBezTo>
                    <a:pt x="6580293" y="4053340"/>
                    <a:pt x="6859501" y="3774132"/>
                    <a:pt x="6859501" y="3429731"/>
                  </a:cubicBezTo>
                  <a:cubicBezTo>
                    <a:pt x="6859501" y="3085330"/>
                    <a:pt x="6580332" y="2806123"/>
                    <a:pt x="6235893" y="2806123"/>
                  </a:cubicBezTo>
                  <a:lnTo>
                    <a:pt x="4053340" y="2806123"/>
                  </a:lnTo>
                  <a:lnTo>
                    <a:pt x="4053340" y="623608"/>
                  </a:lnTo>
                  <a:cubicBezTo>
                    <a:pt x="4053340" y="279208"/>
                    <a:pt x="3774171" y="0"/>
                    <a:pt x="3429731" y="0"/>
                  </a:cubicBezTo>
                  <a:cubicBezTo>
                    <a:pt x="3085330" y="0"/>
                    <a:pt x="2806123" y="279208"/>
                    <a:pt x="2806123" y="623608"/>
                  </a:cubicBezTo>
                  <a:lnTo>
                    <a:pt x="2806123" y="2806161"/>
                  </a:lnTo>
                  <a:lnTo>
                    <a:pt x="623608" y="2806161"/>
                  </a:lnTo>
                  <a:cubicBezTo>
                    <a:pt x="279208" y="2806161"/>
                    <a:pt x="0" y="3085369"/>
                    <a:pt x="0" y="3429731"/>
                  </a:cubicBezTo>
                  <a:cubicBezTo>
                    <a:pt x="0" y="3774132"/>
                    <a:pt x="279208" y="4053340"/>
                    <a:pt x="623608" y="4053340"/>
                  </a:cubicBezTo>
                  <a:lnTo>
                    <a:pt x="2806161" y="4053340"/>
                  </a:lnTo>
                  <a:lnTo>
                    <a:pt x="2806161" y="6235893"/>
                  </a:lnTo>
                  <a:cubicBezTo>
                    <a:pt x="2806161" y="6580293"/>
                    <a:pt x="3085369" y="6859501"/>
                    <a:pt x="3429770" y="6859501"/>
                  </a:cubicBezTo>
                  <a:cubicBezTo>
                    <a:pt x="3774171" y="6859501"/>
                    <a:pt x="4053340" y="6580293"/>
                    <a:pt x="4053340" y="6235893"/>
                  </a:cubicBezTo>
                  <a:close/>
                </a:path>
              </a:pathLst>
            </a:cu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endParaRPr lang="en-US" dirty="0"/>
            </a:p>
          </p:txBody>
        </p:sp>
        <p:sp useBgFill="1">
          <p:nvSpPr>
            <p:cNvPr id="11" name="Graphic 10">
              <a:extLst>
                <a:ext uri="{FF2B5EF4-FFF2-40B4-BE49-F238E27FC236}">
                  <a16:creationId xmlns:a16="http://schemas.microsoft.com/office/drawing/2014/main" id="{16514C65-F179-4953-B660-5FC6576979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2700000">
              <a:off x="8482021" y="62886"/>
              <a:ext cx="2322574" cy="2322574"/>
            </a:xfrm>
            <a:custGeom>
              <a:avLst/>
              <a:gdLst>
                <a:gd name="connsiteX0" fmla="*/ 4053340 w 6859500"/>
                <a:gd name="connsiteY0" fmla="*/ 6235893 h 6859500"/>
                <a:gd name="connsiteX1" fmla="*/ 4053340 w 6859500"/>
                <a:gd name="connsiteY1" fmla="*/ 4053340 h 6859500"/>
                <a:gd name="connsiteX2" fmla="*/ 6235893 w 6859500"/>
                <a:gd name="connsiteY2" fmla="*/ 4053340 h 6859500"/>
                <a:gd name="connsiteX3" fmla="*/ 6859501 w 6859500"/>
                <a:gd name="connsiteY3" fmla="*/ 3429731 h 6859500"/>
                <a:gd name="connsiteX4" fmla="*/ 6235893 w 6859500"/>
                <a:gd name="connsiteY4" fmla="*/ 2806123 h 6859500"/>
                <a:gd name="connsiteX5" fmla="*/ 4053340 w 6859500"/>
                <a:gd name="connsiteY5" fmla="*/ 2806123 h 6859500"/>
                <a:gd name="connsiteX6" fmla="*/ 4053340 w 6859500"/>
                <a:gd name="connsiteY6" fmla="*/ 623608 h 6859500"/>
                <a:gd name="connsiteX7" fmla="*/ 3429731 w 6859500"/>
                <a:gd name="connsiteY7" fmla="*/ 0 h 6859500"/>
                <a:gd name="connsiteX8" fmla="*/ 2806123 w 6859500"/>
                <a:gd name="connsiteY8" fmla="*/ 623608 h 6859500"/>
                <a:gd name="connsiteX9" fmla="*/ 2806123 w 6859500"/>
                <a:gd name="connsiteY9" fmla="*/ 2806161 h 6859500"/>
                <a:gd name="connsiteX10" fmla="*/ 623608 w 6859500"/>
                <a:gd name="connsiteY10" fmla="*/ 2806161 h 6859500"/>
                <a:gd name="connsiteX11" fmla="*/ 0 w 6859500"/>
                <a:gd name="connsiteY11" fmla="*/ 3429731 h 6859500"/>
                <a:gd name="connsiteX12" fmla="*/ 623608 w 6859500"/>
                <a:gd name="connsiteY12" fmla="*/ 4053340 h 6859500"/>
                <a:gd name="connsiteX13" fmla="*/ 2806161 w 6859500"/>
                <a:gd name="connsiteY13" fmla="*/ 4053340 h 6859500"/>
                <a:gd name="connsiteX14" fmla="*/ 2806161 w 6859500"/>
                <a:gd name="connsiteY14" fmla="*/ 6235893 h 6859500"/>
                <a:gd name="connsiteX15" fmla="*/ 3429770 w 6859500"/>
                <a:gd name="connsiteY15" fmla="*/ 6859501 h 6859500"/>
                <a:gd name="connsiteX16" fmla="*/ 4053340 w 6859500"/>
                <a:gd name="connsiteY16" fmla="*/ 6235893 h 6859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859500" h="6859500">
                  <a:moveTo>
                    <a:pt x="4053340" y="6235893"/>
                  </a:moveTo>
                  <a:lnTo>
                    <a:pt x="4053340" y="4053340"/>
                  </a:lnTo>
                  <a:lnTo>
                    <a:pt x="6235893" y="4053340"/>
                  </a:lnTo>
                  <a:cubicBezTo>
                    <a:pt x="6580293" y="4053340"/>
                    <a:pt x="6859501" y="3774132"/>
                    <a:pt x="6859501" y="3429731"/>
                  </a:cubicBezTo>
                  <a:cubicBezTo>
                    <a:pt x="6859501" y="3085330"/>
                    <a:pt x="6580332" y="2806123"/>
                    <a:pt x="6235893" y="2806123"/>
                  </a:cubicBezTo>
                  <a:lnTo>
                    <a:pt x="4053340" y="2806123"/>
                  </a:lnTo>
                  <a:lnTo>
                    <a:pt x="4053340" y="623608"/>
                  </a:lnTo>
                  <a:cubicBezTo>
                    <a:pt x="4053340" y="279208"/>
                    <a:pt x="3774171" y="0"/>
                    <a:pt x="3429731" y="0"/>
                  </a:cubicBezTo>
                  <a:cubicBezTo>
                    <a:pt x="3085330" y="0"/>
                    <a:pt x="2806123" y="279208"/>
                    <a:pt x="2806123" y="623608"/>
                  </a:cubicBezTo>
                  <a:lnTo>
                    <a:pt x="2806123" y="2806161"/>
                  </a:lnTo>
                  <a:lnTo>
                    <a:pt x="623608" y="2806161"/>
                  </a:lnTo>
                  <a:cubicBezTo>
                    <a:pt x="279208" y="2806161"/>
                    <a:pt x="0" y="3085369"/>
                    <a:pt x="0" y="3429731"/>
                  </a:cubicBezTo>
                  <a:cubicBezTo>
                    <a:pt x="0" y="3774132"/>
                    <a:pt x="279208" y="4053340"/>
                    <a:pt x="623608" y="4053340"/>
                  </a:cubicBezTo>
                  <a:lnTo>
                    <a:pt x="2806161" y="4053340"/>
                  </a:lnTo>
                  <a:lnTo>
                    <a:pt x="2806161" y="6235893"/>
                  </a:lnTo>
                  <a:cubicBezTo>
                    <a:pt x="2806161" y="6580293"/>
                    <a:pt x="3085369" y="6859501"/>
                    <a:pt x="3429770" y="6859501"/>
                  </a:cubicBezTo>
                  <a:cubicBezTo>
                    <a:pt x="3774171" y="6859501"/>
                    <a:pt x="4053340" y="6580293"/>
                    <a:pt x="4053340" y="6235893"/>
                  </a:cubicBezTo>
                  <a:close/>
                </a:path>
              </a:pathLst>
            </a:cu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endParaRPr lang="en-US" dirty="0"/>
            </a:p>
          </p:txBody>
        </p:sp>
        <p:sp useBgFill="1">
          <p:nvSpPr>
            <p:cNvPr id="12" name="Graphic 10">
              <a:extLst>
                <a:ext uri="{FF2B5EF4-FFF2-40B4-BE49-F238E27FC236}">
                  <a16:creationId xmlns:a16="http://schemas.microsoft.com/office/drawing/2014/main" id="{DF5DA89C-9FED-4AE0-8C36-20612E77FA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2700000">
              <a:off x="10578627" y="5015941"/>
              <a:ext cx="925287" cy="925287"/>
            </a:xfrm>
            <a:custGeom>
              <a:avLst/>
              <a:gdLst>
                <a:gd name="connsiteX0" fmla="*/ 4053340 w 6859500"/>
                <a:gd name="connsiteY0" fmla="*/ 6235893 h 6859500"/>
                <a:gd name="connsiteX1" fmla="*/ 4053340 w 6859500"/>
                <a:gd name="connsiteY1" fmla="*/ 4053340 h 6859500"/>
                <a:gd name="connsiteX2" fmla="*/ 6235893 w 6859500"/>
                <a:gd name="connsiteY2" fmla="*/ 4053340 h 6859500"/>
                <a:gd name="connsiteX3" fmla="*/ 6859501 w 6859500"/>
                <a:gd name="connsiteY3" fmla="*/ 3429731 h 6859500"/>
                <a:gd name="connsiteX4" fmla="*/ 6235893 w 6859500"/>
                <a:gd name="connsiteY4" fmla="*/ 2806123 h 6859500"/>
                <a:gd name="connsiteX5" fmla="*/ 4053340 w 6859500"/>
                <a:gd name="connsiteY5" fmla="*/ 2806123 h 6859500"/>
                <a:gd name="connsiteX6" fmla="*/ 4053340 w 6859500"/>
                <a:gd name="connsiteY6" fmla="*/ 623608 h 6859500"/>
                <a:gd name="connsiteX7" fmla="*/ 3429731 w 6859500"/>
                <a:gd name="connsiteY7" fmla="*/ 0 h 6859500"/>
                <a:gd name="connsiteX8" fmla="*/ 2806123 w 6859500"/>
                <a:gd name="connsiteY8" fmla="*/ 623608 h 6859500"/>
                <a:gd name="connsiteX9" fmla="*/ 2806123 w 6859500"/>
                <a:gd name="connsiteY9" fmla="*/ 2806161 h 6859500"/>
                <a:gd name="connsiteX10" fmla="*/ 623608 w 6859500"/>
                <a:gd name="connsiteY10" fmla="*/ 2806161 h 6859500"/>
                <a:gd name="connsiteX11" fmla="*/ 0 w 6859500"/>
                <a:gd name="connsiteY11" fmla="*/ 3429731 h 6859500"/>
                <a:gd name="connsiteX12" fmla="*/ 623608 w 6859500"/>
                <a:gd name="connsiteY12" fmla="*/ 4053340 h 6859500"/>
                <a:gd name="connsiteX13" fmla="*/ 2806161 w 6859500"/>
                <a:gd name="connsiteY13" fmla="*/ 4053340 h 6859500"/>
                <a:gd name="connsiteX14" fmla="*/ 2806161 w 6859500"/>
                <a:gd name="connsiteY14" fmla="*/ 6235893 h 6859500"/>
                <a:gd name="connsiteX15" fmla="*/ 3429770 w 6859500"/>
                <a:gd name="connsiteY15" fmla="*/ 6859501 h 6859500"/>
                <a:gd name="connsiteX16" fmla="*/ 4053340 w 6859500"/>
                <a:gd name="connsiteY16" fmla="*/ 6235893 h 6859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859500" h="6859500">
                  <a:moveTo>
                    <a:pt x="4053340" y="6235893"/>
                  </a:moveTo>
                  <a:lnTo>
                    <a:pt x="4053340" y="4053340"/>
                  </a:lnTo>
                  <a:lnTo>
                    <a:pt x="6235893" y="4053340"/>
                  </a:lnTo>
                  <a:cubicBezTo>
                    <a:pt x="6580293" y="4053340"/>
                    <a:pt x="6859501" y="3774132"/>
                    <a:pt x="6859501" y="3429731"/>
                  </a:cubicBezTo>
                  <a:cubicBezTo>
                    <a:pt x="6859501" y="3085330"/>
                    <a:pt x="6580332" y="2806123"/>
                    <a:pt x="6235893" y="2806123"/>
                  </a:cubicBezTo>
                  <a:lnTo>
                    <a:pt x="4053340" y="2806123"/>
                  </a:lnTo>
                  <a:lnTo>
                    <a:pt x="4053340" y="623608"/>
                  </a:lnTo>
                  <a:cubicBezTo>
                    <a:pt x="4053340" y="279208"/>
                    <a:pt x="3774171" y="0"/>
                    <a:pt x="3429731" y="0"/>
                  </a:cubicBezTo>
                  <a:cubicBezTo>
                    <a:pt x="3085330" y="0"/>
                    <a:pt x="2806123" y="279208"/>
                    <a:pt x="2806123" y="623608"/>
                  </a:cubicBezTo>
                  <a:lnTo>
                    <a:pt x="2806123" y="2806161"/>
                  </a:lnTo>
                  <a:lnTo>
                    <a:pt x="623608" y="2806161"/>
                  </a:lnTo>
                  <a:cubicBezTo>
                    <a:pt x="279208" y="2806161"/>
                    <a:pt x="0" y="3085369"/>
                    <a:pt x="0" y="3429731"/>
                  </a:cubicBezTo>
                  <a:cubicBezTo>
                    <a:pt x="0" y="3774132"/>
                    <a:pt x="279208" y="4053340"/>
                    <a:pt x="623608" y="4053340"/>
                  </a:cubicBezTo>
                  <a:lnTo>
                    <a:pt x="2806161" y="4053340"/>
                  </a:lnTo>
                  <a:lnTo>
                    <a:pt x="2806161" y="6235893"/>
                  </a:lnTo>
                  <a:cubicBezTo>
                    <a:pt x="2806161" y="6580293"/>
                    <a:pt x="3085369" y="6859501"/>
                    <a:pt x="3429770" y="6859501"/>
                  </a:cubicBezTo>
                  <a:cubicBezTo>
                    <a:pt x="3774171" y="6859501"/>
                    <a:pt x="4053340" y="6580293"/>
                    <a:pt x="4053340" y="6235893"/>
                  </a:cubicBezTo>
                  <a:close/>
                </a:path>
              </a:pathLst>
            </a:cu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endParaRPr lang="en-US" dirty="0"/>
            </a:p>
          </p:txBody>
        </p:sp>
        <p:sp useBgFill="1">
          <p:nvSpPr>
            <p:cNvPr id="13" name="Oval 12">
              <a:extLst>
                <a:ext uri="{FF2B5EF4-FFF2-40B4-BE49-F238E27FC236}">
                  <a16:creationId xmlns:a16="http://schemas.microsoft.com/office/drawing/2014/main" id="{FB98224C-F1DB-4F10-9B7F-93B86BA13F4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11622685" y="6102941"/>
              <a:ext cx="261660" cy="261660"/>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endParaRPr lang="en-US"/>
            </a:p>
          </p:txBody>
        </p:sp>
        <p:sp useBgFill="1">
          <p:nvSpPr>
            <p:cNvPr id="14" name="Oval 13">
              <a:extLst>
                <a:ext uri="{FF2B5EF4-FFF2-40B4-BE49-F238E27FC236}">
                  <a16:creationId xmlns:a16="http://schemas.microsoft.com/office/drawing/2014/main" id="{9AE1FC9E-06C9-4A12-8BE7-766C3DA8B9A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11352354" y="406586"/>
              <a:ext cx="474023" cy="474023"/>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endParaRPr lang="en-US"/>
            </a:p>
          </p:txBody>
        </p:sp>
        <p:sp useBgFill="1">
          <p:nvSpPr>
            <p:cNvPr id="15" name="Oval 14">
              <a:extLst>
                <a:ext uri="{FF2B5EF4-FFF2-40B4-BE49-F238E27FC236}">
                  <a16:creationId xmlns:a16="http://schemas.microsoft.com/office/drawing/2014/main" id="{29954B75-D8C7-439C-A014-E644E3E2C0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1678231" y="427615"/>
              <a:ext cx="334385" cy="334385"/>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endParaRPr lang="en-US" dirty="0"/>
            </a:p>
          </p:txBody>
        </p:sp>
      </p:grpSp>
      <p:sp useBgFill="1">
        <p:nvSpPr>
          <p:cNvPr id="17" name="Rectangle 16">
            <a:extLst>
              <a:ext uri="{FF2B5EF4-FFF2-40B4-BE49-F238E27FC236}">
                <a16:creationId xmlns:a16="http://schemas.microsoft.com/office/drawing/2014/main" id="{4E1EF4E8-5513-4BF5-BC41-04645281C6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3848" cap="flat">
            <a:noFill/>
            <a:prstDash val="solid"/>
            <a:miter/>
          </a:ln>
          <a:effectLst/>
        </p:spPr>
        <p:txBody>
          <a:bodyPr rtlCol="0" anchor="ctr"/>
          <a:lstStyle/>
          <a:p>
            <a:endParaRPr lang="en-US" dirty="0">
              <a:solidFill>
                <a:schemeClr val="tx1"/>
              </a:solidFill>
            </a:endParaRPr>
          </a:p>
        </p:txBody>
      </p:sp>
      <p:sp>
        <p:nvSpPr>
          <p:cNvPr id="19" name="Rectangle 18">
            <a:extLst>
              <a:ext uri="{FF2B5EF4-FFF2-40B4-BE49-F238E27FC236}">
                <a16:creationId xmlns:a16="http://schemas.microsoft.com/office/drawing/2014/main" id="{361EA5BB-A258-4E22-94F4-C79A441363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FFFFFF">
              <a:alpha val="10000"/>
            </a:srgbClr>
          </a:solidFill>
          <a:ln w="3848" cap="flat">
            <a:noFill/>
            <a:prstDash val="solid"/>
            <a:miter/>
          </a:ln>
          <a:effectLst/>
        </p:spPr>
        <p:txBody>
          <a:bodyPr rtlCol="0" anchor="ctr"/>
          <a:lstStyle/>
          <a:p>
            <a:endParaRPr lang="en-US" dirty="0">
              <a:solidFill>
                <a:schemeClr val="tx1"/>
              </a:solidFill>
            </a:endParaRPr>
          </a:p>
        </p:txBody>
      </p:sp>
      <p:grpSp>
        <p:nvGrpSpPr>
          <p:cNvPr id="21" name="Group 20">
            <a:extLst>
              <a:ext uri="{FF2B5EF4-FFF2-40B4-BE49-F238E27FC236}">
                <a16:creationId xmlns:a16="http://schemas.microsoft.com/office/drawing/2014/main" id="{AF7B2BB7-8E22-4794-9BDE-B71129D776F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7697" y="189413"/>
            <a:ext cx="2019905" cy="1778845"/>
            <a:chOff x="207697" y="189413"/>
            <a:chExt cx="2019905" cy="1778845"/>
          </a:xfrm>
        </p:grpSpPr>
        <p:sp useBgFill="1">
          <p:nvSpPr>
            <p:cNvPr id="22" name="Graphic 10">
              <a:extLst>
                <a:ext uri="{FF2B5EF4-FFF2-40B4-BE49-F238E27FC236}">
                  <a16:creationId xmlns:a16="http://schemas.microsoft.com/office/drawing/2014/main" id="{F2CC297A-905C-42B8-BFEC-55FB2FCF2EE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2700000">
              <a:off x="207697" y="189413"/>
              <a:ext cx="1261009" cy="1261009"/>
            </a:xfrm>
            <a:custGeom>
              <a:avLst/>
              <a:gdLst>
                <a:gd name="connsiteX0" fmla="*/ 4053340 w 6859500"/>
                <a:gd name="connsiteY0" fmla="*/ 6235893 h 6859500"/>
                <a:gd name="connsiteX1" fmla="*/ 4053340 w 6859500"/>
                <a:gd name="connsiteY1" fmla="*/ 4053340 h 6859500"/>
                <a:gd name="connsiteX2" fmla="*/ 6235893 w 6859500"/>
                <a:gd name="connsiteY2" fmla="*/ 4053340 h 6859500"/>
                <a:gd name="connsiteX3" fmla="*/ 6859501 w 6859500"/>
                <a:gd name="connsiteY3" fmla="*/ 3429731 h 6859500"/>
                <a:gd name="connsiteX4" fmla="*/ 6235893 w 6859500"/>
                <a:gd name="connsiteY4" fmla="*/ 2806123 h 6859500"/>
                <a:gd name="connsiteX5" fmla="*/ 4053340 w 6859500"/>
                <a:gd name="connsiteY5" fmla="*/ 2806123 h 6859500"/>
                <a:gd name="connsiteX6" fmla="*/ 4053340 w 6859500"/>
                <a:gd name="connsiteY6" fmla="*/ 623608 h 6859500"/>
                <a:gd name="connsiteX7" fmla="*/ 3429731 w 6859500"/>
                <a:gd name="connsiteY7" fmla="*/ 0 h 6859500"/>
                <a:gd name="connsiteX8" fmla="*/ 2806123 w 6859500"/>
                <a:gd name="connsiteY8" fmla="*/ 623608 h 6859500"/>
                <a:gd name="connsiteX9" fmla="*/ 2806123 w 6859500"/>
                <a:gd name="connsiteY9" fmla="*/ 2806161 h 6859500"/>
                <a:gd name="connsiteX10" fmla="*/ 623608 w 6859500"/>
                <a:gd name="connsiteY10" fmla="*/ 2806161 h 6859500"/>
                <a:gd name="connsiteX11" fmla="*/ 0 w 6859500"/>
                <a:gd name="connsiteY11" fmla="*/ 3429731 h 6859500"/>
                <a:gd name="connsiteX12" fmla="*/ 623608 w 6859500"/>
                <a:gd name="connsiteY12" fmla="*/ 4053340 h 6859500"/>
                <a:gd name="connsiteX13" fmla="*/ 2806161 w 6859500"/>
                <a:gd name="connsiteY13" fmla="*/ 4053340 h 6859500"/>
                <a:gd name="connsiteX14" fmla="*/ 2806161 w 6859500"/>
                <a:gd name="connsiteY14" fmla="*/ 6235893 h 6859500"/>
                <a:gd name="connsiteX15" fmla="*/ 3429770 w 6859500"/>
                <a:gd name="connsiteY15" fmla="*/ 6859501 h 6859500"/>
                <a:gd name="connsiteX16" fmla="*/ 4053340 w 6859500"/>
                <a:gd name="connsiteY16" fmla="*/ 6235893 h 6859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859500" h="6859500">
                  <a:moveTo>
                    <a:pt x="4053340" y="6235893"/>
                  </a:moveTo>
                  <a:lnTo>
                    <a:pt x="4053340" y="4053340"/>
                  </a:lnTo>
                  <a:lnTo>
                    <a:pt x="6235893" y="4053340"/>
                  </a:lnTo>
                  <a:cubicBezTo>
                    <a:pt x="6580293" y="4053340"/>
                    <a:pt x="6859501" y="3774132"/>
                    <a:pt x="6859501" y="3429731"/>
                  </a:cubicBezTo>
                  <a:cubicBezTo>
                    <a:pt x="6859501" y="3085330"/>
                    <a:pt x="6580332" y="2806123"/>
                    <a:pt x="6235893" y="2806123"/>
                  </a:cubicBezTo>
                  <a:lnTo>
                    <a:pt x="4053340" y="2806123"/>
                  </a:lnTo>
                  <a:lnTo>
                    <a:pt x="4053340" y="623608"/>
                  </a:lnTo>
                  <a:cubicBezTo>
                    <a:pt x="4053340" y="279208"/>
                    <a:pt x="3774171" y="0"/>
                    <a:pt x="3429731" y="0"/>
                  </a:cubicBezTo>
                  <a:cubicBezTo>
                    <a:pt x="3085330" y="0"/>
                    <a:pt x="2806123" y="279208"/>
                    <a:pt x="2806123" y="623608"/>
                  </a:cubicBezTo>
                  <a:lnTo>
                    <a:pt x="2806123" y="2806161"/>
                  </a:lnTo>
                  <a:lnTo>
                    <a:pt x="623608" y="2806161"/>
                  </a:lnTo>
                  <a:cubicBezTo>
                    <a:pt x="279208" y="2806161"/>
                    <a:pt x="0" y="3085369"/>
                    <a:pt x="0" y="3429731"/>
                  </a:cubicBezTo>
                  <a:cubicBezTo>
                    <a:pt x="0" y="3774132"/>
                    <a:pt x="279208" y="4053340"/>
                    <a:pt x="623608" y="4053340"/>
                  </a:cubicBezTo>
                  <a:lnTo>
                    <a:pt x="2806161" y="4053340"/>
                  </a:lnTo>
                  <a:lnTo>
                    <a:pt x="2806161" y="6235893"/>
                  </a:lnTo>
                  <a:cubicBezTo>
                    <a:pt x="2806161" y="6580293"/>
                    <a:pt x="3085369" y="6859501"/>
                    <a:pt x="3429770" y="6859501"/>
                  </a:cubicBezTo>
                  <a:cubicBezTo>
                    <a:pt x="3774171" y="6859501"/>
                    <a:pt x="4053340" y="6580293"/>
                    <a:pt x="4053340" y="6235893"/>
                  </a:cubicBezTo>
                  <a:close/>
                </a:path>
              </a:pathLst>
            </a:cu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endParaRPr lang="en-US"/>
            </a:p>
          </p:txBody>
        </p:sp>
        <p:sp useBgFill="1">
          <p:nvSpPr>
            <p:cNvPr id="23" name="Oval 22">
              <a:extLst>
                <a:ext uri="{FF2B5EF4-FFF2-40B4-BE49-F238E27FC236}">
                  <a16:creationId xmlns:a16="http://schemas.microsoft.com/office/drawing/2014/main" id="{895FAF0E-8EDF-4055-9578-394F1ACB3C1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689661" y="1671181"/>
              <a:ext cx="297077" cy="297077"/>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endParaRPr lang="en-US" dirty="0"/>
            </a:p>
          </p:txBody>
        </p:sp>
        <p:sp useBgFill="1">
          <p:nvSpPr>
            <p:cNvPr id="24" name="Oval 23">
              <a:extLst>
                <a:ext uri="{FF2B5EF4-FFF2-40B4-BE49-F238E27FC236}">
                  <a16:creationId xmlns:a16="http://schemas.microsoft.com/office/drawing/2014/main" id="{AEC4BAA7-1F27-4F25-9D16-9099BF9AC7E8}"/>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0800000">
              <a:off x="2017290" y="592943"/>
              <a:ext cx="210312" cy="210312"/>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endParaRPr lang="en-US"/>
            </a:p>
          </p:txBody>
        </p:sp>
      </p:grpSp>
      <p:sp>
        <p:nvSpPr>
          <p:cNvPr id="2" name="Title 1">
            <a:extLst>
              <a:ext uri="{FF2B5EF4-FFF2-40B4-BE49-F238E27FC236}">
                <a16:creationId xmlns:a16="http://schemas.microsoft.com/office/drawing/2014/main" id="{E74A16C9-2F5D-C820-F041-935B8D92CC82}"/>
              </a:ext>
            </a:extLst>
          </p:cNvPr>
          <p:cNvSpPr>
            <a:spLocks noGrp="1"/>
          </p:cNvSpPr>
          <p:nvPr>
            <p:ph type="title"/>
          </p:nvPr>
        </p:nvSpPr>
        <p:spPr>
          <a:xfrm>
            <a:off x="298258" y="966249"/>
            <a:ext cx="4822533" cy="1860143"/>
          </a:xfrm>
        </p:spPr>
        <p:txBody>
          <a:bodyPr vert="horz" lIns="91440" tIns="45720" rIns="91440" bIns="45720" rtlCol="0" anchor="b">
            <a:normAutofit fontScale="90000"/>
          </a:bodyPr>
          <a:lstStyle/>
          <a:p>
            <a:r>
              <a:rPr lang="pl-PL" sz="4200" kern="1200" dirty="0">
                <a:latin typeface="+mj-lt"/>
                <a:ea typeface="+mj-ea"/>
                <a:cs typeface="+mj-cs"/>
              </a:rPr>
              <a:t>Wielokąt na którym przedstawimy</a:t>
            </a:r>
            <a:r>
              <a:rPr lang="pl-PL" sz="4200" dirty="0"/>
              <a:t> </a:t>
            </a:r>
            <a:br>
              <a:rPr lang="pl-PL" sz="4200" dirty="0"/>
            </a:br>
            <a:r>
              <a:rPr lang="pl-PL" sz="4200" dirty="0"/>
              <a:t>działanie</a:t>
            </a:r>
            <a:endParaRPr lang="pl-PL" sz="4200" kern="1200" dirty="0">
              <a:latin typeface="+mj-lt"/>
              <a:ea typeface="Open sans"/>
              <a:cs typeface="Open sans"/>
            </a:endParaRPr>
          </a:p>
        </p:txBody>
      </p:sp>
      <p:pic>
        <p:nvPicPr>
          <p:cNvPr id="4" name="Content Placeholder 3" descr="A graph with lines and numbers&#10;&#10;Description automatically generated">
            <a:extLst>
              <a:ext uri="{FF2B5EF4-FFF2-40B4-BE49-F238E27FC236}">
                <a16:creationId xmlns:a16="http://schemas.microsoft.com/office/drawing/2014/main" id="{3F8D3B85-A4FC-92EE-2D28-8BF309B4255C}"/>
              </a:ext>
            </a:extLst>
          </p:cNvPr>
          <p:cNvPicPr>
            <a:picLocks noGrp="1" noChangeAspect="1"/>
          </p:cNvPicPr>
          <p:nvPr>
            <p:ph idx="1"/>
          </p:nvPr>
        </p:nvPicPr>
        <p:blipFill>
          <a:blip r:embed="rId2"/>
          <a:stretch>
            <a:fillRect/>
          </a:stretch>
        </p:blipFill>
        <p:spPr>
          <a:xfrm>
            <a:off x="4953000" y="841230"/>
            <a:ext cx="6689185" cy="5217565"/>
          </a:xfrm>
          <a:prstGeom prst="rect">
            <a:avLst/>
          </a:prstGeom>
        </p:spPr>
      </p:pic>
      <p:sp useBgFill="1">
        <p:nvSpPr>
          <p:cNvPr id="26" name="Oval 25">
            <a:extLst>
              <a:ext uri="{FF2B5EF4-FFF2-40B4-BE49-F238E27FC236}">
                <a16:creationId xmlns:a16="http://schemas.microsoft.com/office/drawing/2014/main" id="{8333FD0A-502E-4A24-8E99-5496F09DC71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11470962" y="5630260"/>
            <a:ext cx="355414" cy="355414"/>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endParaRPr lang="en-US"/>
          </a:p>
        </p:txBody>
      </p:sp>
    </p:spTree>
    <p:extLst>
      <p:ext uri="{BB962C8B-B14F-4D97-AF65-F5344CB8AC3E}">
        <p14:creationId xmlns:p14="http://schemas.microsoft.com/office/powerpoint/2010/main" val="331245565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25AD4A59-91FA-4E30-8F32-A8AB51F768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userDrawn="1">
            <p:extLst>
              <p:ext uri="{386F3935-93C4-4BCD-93E2-E3B085C9AB24}">
                <p16:designElem xmlns:p16="http://schemas.microsoft.com/office/powerpoint/2015/main" val="1"/>
              </p:ext>
            </p:extLst>
          </p:nvPr>
        </p:nvSpPr>
        <p:spPr>
          <a:xfrm>
            <a:off x="0" y="0"/>
            <a:ext cx="12192000" cy="6858000"/>
          </a:xfrm>
          <a:prstGeom prst="rect">
            <a:avLst/>
          </a:prstGeom>
          <a:ln w="3848" cap="flat">
            <a:noFill/>
            <a:prstDash val="solid"/>
            <a:miter/>
          </a:ln>
          <a:effectLst/>
        </p:spPr>
        <p:txBody>
          <a:bodyPr rtlCol="0" anchor="ctr"/>
          <a:lstStyle/>
          <a:p>
            <a:endParaRPr lang="en-US" dirty="0">
              <a:solidFill>
                <a:schemeClr val="tx1"/>
              </a:solidFill>
            </a:endParaRPr>
          </a:p>
        </p:txBody>
      </p:sp>
      <p:sp>
        <p:nvSpPr>
          <p:cNvPr id="19" name="Rectangle 18">
            <a:extLst>
              <a:ext uri="{FF2B5EF4-FFF2-40B4-BE49-F238E27FC236}">
                <a16:creationId xmlns:a16="http://schemas.microsoft.com/office/drawing/2014/main" id="{CDFF45EF-8068-49B8-AFAE-404F6EB188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FFFFFF">
              <a:alpha val="10000"/>
            </a:srgbClr>
          </a:solidFill>
          <a:ln w="3848" cap="flat">
            <a:noFill/>
            <a:prstDash val="solid"/>
            <a:miter/>
          </a:ln>
          <a:effectLst/>
        </p:spPr>
        <p:txBody>
          <a:bodyPr rtlCol="0" anchor="ctr"/>
          <a:lstStyle/>
          <a:p>
            <a:endParaRPr lang="en-US" dirty="0">
              <a:solidFill>
                <a:schemeClr val="tx1"/>
              </a:solidFill>
            </a:endParaRPr>
          </a:p>
        </p:txBody>
      </p:sp>
      <p:grpSp>
        <p:nvGrpSpPr>
          <p:cNvPr id="20" name="Group 19">
            <a:extLst>
              <a:ext uri="{FF2B5EF4-FFF2-40B4-BE49-F238E27FC236}">
                <a16:creationId xmlns:a16="http://schemas.microsoft.com/office/drawing/2014/main" id="{187DE861-9AC3-4AA5-B885-AF8EBE9480A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734076" y="241085"/>
            <a:ext cx="1165681" cy="5612701"/>
            <a:chOff x="10734076" y="241085"/>
            <a:chExt cx="1165681" cy="5612701"/>
          </a:xfrm>
        </p:grpSpPr>
        <p:sp useBgFill="1">
          <p:nvSpPr>
            <p:cNvPr id="14" name="Graphic 10">
              <a:extLst>
                <a:ext uri="{FF2B5EF4-FFF2-40B4-BE49-F238E27FC236}">
                  <a16:creationId xmlns:a16="http://schemas.microsoft.com/office/drawing/2014/main" id="{D43C1A1E-DA50-4210-9A1D-5437CBFEFF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2700000">
              <a:off x="10891156" y="241085"/>
              <a:ext cx="925287" cy="925287"/>
            </a:xfrm>
            <a:custGeom>
              <a:avLst/>
              <a:gdLst>
                <a:gd name="connsiteX0" fmla="*/ 4053340 w 6859500"/>
                <a:gd name="connsiteY0" fmla="*/ 6235893 h 6859500"/>
                <a:gd name="connsiteX1" fmla="*/ 4053340 w 6859500"/>
                <a:gd name="connsiteY1" fmla="*/ 4053340 h 6859500"/>
                <a:gd name="connsiteX2" fmla="*/ 6235893 w 6859500"/>
                <a:gd name="connsiteY2" fmla="*/ 4053340 h 6859500"/>
                <a:gd name="connsiteX3" fmla="*/ 6859501 w 6859500"/>
                <a:gd name="connsiteY3" fmla="*/ 3429731 h 6859500"/>
                <a:gd name="connsiteX4" fmla="*/ 6235893 w 6859500"/>
                <a:gd name="connsiteY4" fmla="*/ 2806123 h 6859500"/>
                <a:gd name="connsiteX5" fmla="*/ 4053340 w 6859500"/>
                <a:gd name="connsiteY5" fmla="*/ 2806123 h 6859500"/>
                <a:gd name="connsiteX6" fmla="*/ 4053340 w 6859500"/>
                <a:gd name="connsiteY6" fmla="*/ 623608 h 6859500"/>
                <a:gd name="connsiteX7" fmla="*/ 3429731 w 6859500"/>
                <a:gd name="connsiteY7" fmla="*/ 0 h 6859500"/>
                <a:gd name="connsiteX8" fmla="*/ 2806123 w 6859500"/>
                <a:gd name="connsiteY8" fmla="*/ 623608 h 6859500"/>
                <a:gd name="connsiteX9" fmla="*/ 2806123 w 6859500"/>
                <a:gd name="connsiteY9" fmla="*/ 2806161 h 6859500"/>
                <a:gd name="connsiteX10" fmla="*/ 623608 w 6859500"/>
                <a:gd name="connsiteY10" fmla="*/ 2806161 h 6859500"/>
                <a:gd name="connsiteX11" fmla="*/ 0 w 6859500"/>
                <a:gd name="connsiteY11" fmla="*/ 3429731 h 6859500"/>
                <a:gd name="connsiteX12" fmla="*/ 623608 w 6859500"/>
                <a:gd name="connsiteY12" fmla="*/ 4053340 h 6859500"/>
                <a:gd name="connsiteX13" fmla="*/ 2806161 w 6859500"/>
                <a:gd name="connsiteY13" fmla="*/ 4053340 h 6859500"/>
                <a:gd name="connsiteX14" fmla="*/ 2806161 w 6859500"/>
                <a:gd name="connsiteY14" fmla="*/ 6235893 h 6859500"/>
                <a:gd name="connsiteX15" fmla="*/ 3429770 w 6859500"/>
                <a:gd name="connsiteY15" fmla="*/ 6859501 h 6859500"/>
                <a:gd name="connsiteX16" fmla="*/ 4053340 w 6859500"/>
                <a:gd name="connsiteY16" fmla="*/ 6235893 h 6859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859500" h="6859500">
                  <a:moveTo>
                    <a:pt x="4053340" y="6235893"/>
                  </a:moveTo>
                  <a:lnTo>
                    <a:pt x="4053340" y="4053340"/>
                  </a:lnTo>
                  <a:lnTo>
                    <a:pt x="6235893" y="4053340"/>
                  </a:lnTo>
                  <a:cubicBezTo>
                    <a:pt x="6580293" y="4053340"/>
                    <a:pt x="6859501" y="3774132"/>
                    <a:pt x="6859501" y="3429731"/>
                  </a:cubicBezTo>
                  <a:cubicBezTo>
                    <a:pt x="6859501" y="3085330"/>
                    <a:pt x="6580332" y="2806123"/>
                    <a:pt x="6235893" y="2806123"/>
                  </a:cubicBezTo>
                  <a:lnTo>
                    <a:pt x="4053340" y="2806123"/>
                  </a:lnTo>
                  <a:lnTo>
                    <a:pt x="4053340" y="623608"/>
                  </a:lnTo>
                  <a:cubicBezTo>
                    <a:pt x="4053340" y="279208"/>
                    <a:pt x="3774171" y="0"/>
                    <a:pt x="3429731" y="0"/>
                  </a:cubicBezTo>
                  <a:cubicBezTo>
                    <a:pt x="3085330" y="0"/>
                    <a:pt x="2806123" y="279208"/>
                    <a:pt x="2806123" y="623608"/>
                  </a:cubicBezTo>
                  <a:lnTo>
                    <a:pt x="2806123" y="2806161"/>
                  </a:lnTo>
                  <a:lnTo>
                    <a:pt x="623608" y="2806161"/>
                  </a:lnTo>
                  <a:cubicBezTo>
                    <a:pt x="279208" y="2806161"/>
                    <a:pt x="0" y="3085369"/>
                    <a:pt x="0" y="3429731"/>
                  </a:cubicBezTo>
                  <a:cubicBezTo>
                    <a:pt x="0" y="3774132"/>
                    <a:pt x="279208" y="4053340"/>
                    <a:pt x="623608" y="4053340"/>
                  </a:cubicBezTo>
                  <a:lnTo>
                    <a:pt x="2806161" y="4053340"/>
                  </a:lnTo>
                  <a:lnTo>
                    <a:pt x="2806161" y="6235893"/>
                  </a:lnTo>
                  <a:cubicBezTo>
                    <a:pt x="2806161" y="6580293"/>
                    <a:pt x="3085369" y="6859501"/>
                    <a:pt x="3429770" y="6859501"/>
                  </a:cubicBezTo>
                  <a:cubicBezTo>
                    <a:pt x="3774171" y="6859501"/>
                    <a:pt x="4053340" y="6580293"/>
                    <a:pt x="4053340" y="6235893"/>
                  </a:cubicBezTo>
                  <a:close/>
                </a:path>
              </a:pathLst>
            </a:cu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endParaRPr lang="en-US" dirty="0"/>
            </a:p>
          </p:txBody>
        </p:sp>
        <p:sp useBgFill="1">
          <p:nvSpPr>
            <p:cNvPr id="15" name="Oval 14">
              <a:extLst>
                <a:ext uri="{FF2B5EF4-FFF2-40B4-BE49-F238E27FC236}">
                  <a16:creationId xmlns:a16="http://schemas.microsoft.com/office/drawing/2014/main" id="{7691169A-6B21-4B1F-96DF-2BD6D6BA0B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10734076" y="1394142"/>
              <a:ext cx="261660" cy="261660"/>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endParaRPr lang="en-US"/>
            </a:p>
          </p:txBody>
        </p:sp>
        <p:sp useBgFill="1">
          <p:nvSpPr>
            <p:cNvPr id="16" name="Oval 15">
              <a:extLst>
                <a:ext uri="{FF2B5EF4-FFF2-40B4-BE49-F238E27FC236}">
                  <a16:creationId xmlns:a16="http://schemas.microsoft.com/office/drawing/2014/main" id="{AFF485D7-DE5D-47EE-8B37-15E9B77B35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11474676" y="5428705"/>
              <a:ext cx="425081" cy="425081"/>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endParaRPr lang="en-US"/>
            </a:p>
          </p:txBody>
        </p:sp>
      </p:grpSp>
      <p:sp>
        <p:nvSpPr>
          <p:cNvPr id="2" name="Title 1">
            <a:extLst>
              <a:ext uri="{FF2B5EF4-FFF2-40B4-BE49-F238E27FC236}">
                <a16:creationId xmlns:a16="http://schemas.microsoft.com/office/drawing/2014/main" id="{1C06F44A-E671-4B28-CA09-D709DC94EC1D}"/>
              </a:ext>
            </a:extLst>
          </p:cNvPr>
          <p:cNvSpPr>
            <a:spLocks noGrp="1"/>
          </p:cNvSpPr>
          <p:nvPr>
            <p:ph type="title"/>
          </p:nvPr>
        </p:nvSpPr>
        <p:spPr>
          <a:xfrm>
            <a:off x="457199" y="566490"/>
            <a:ext cx="11238347" cy="1502704"/>
          </a:xfrm>
        </p:spPr>
        <p:txBody>
          <a:bodyPr anchor="ctr">
            <a:normAutofit/>
          </a:bodyPr>
          <a:lstStyle/>
          <a:p>
            <a:r>
              <a:rPr lang="pl-PL" dirty="0">
                <a:ea typeface="Open sans"/>
                <a:cs typeface="Open sans"/>
              </a:rPr>
              <a:t>Klasyfikacja wierzchołków</a:t>
            </a:r>
          </a:p>
        </p:txBody>
      </p:sp>
      <p:sp>
        <p:nvSpPr>
          <p:cNvPr id="3" name="Content Placeholder 2">
            <a:extLst>
              <a:ext uri="{FF2B5EF4-FFF2-40B4-BE49-F238E27FC236}">
                <a16:creationId xmlns:a16="http://schemas.microsoft.com/office/drawing/2014/main" id="{FBF83625-672A-D160-BD7A-88532FC8C7BA}"/>
              </a:ext>
            </a:extLst>
          </p:cNvPr>
          <p:cNvSpPr>
            <a:spLocks noGrp="1"/>
          </p:cNvSpPr>
          <p:nvPr>
            <p:ph idx="1"/>
          </p:nvPr>
        </p:nvSpPr>
        <p:spPr>
          <a:xfrm>
            <a:off x="457199" y="2286000"/>
            <a:ext cx="5470879" cy="4005510"/>
          </a:xfrm>
        </p:spPr>
        <p:txBody>
          <a:bodyPr vert="horz" lIns="91440" tIns="45720" rIns="91440" bIns="45720" rtlCol="0" anchor="t">
            <a:normAutofit/>
          </a:bodyPr>
          <a:lstStyle/>
          <a:p>
            <a:r>
              <a:rPr lang="pl-PL" sz="2400" dirty="0">
                <a:ea typeface="+mn-lt"/>
                <a:cs typeface="+mn-lt"/>
              </a:rPr>
              <a:t>    Początkowy - kolor zielony</a:t>
            </a:r>
            <a:endParaRPr lang="pl-PL" sz="2400" dirty="0">
              <a:ea typeface="Open sans"/>
              <a:cs typeface="Open sans"/>
            </a:endParaRPr>
          </a:p>
          <a:p>
            <a:r>
              <a:rPr lang="pl-PL" sz="2400" dirty="0">
                <a:ea typeface="+mn-lt"/>
                <a:cs typeface="+mn-lt"/>
              </a:rPr>
              <a:t>    Końcowy - kolor czerwony</a:t>
            </a:r>
            <a:endParaRPr lang="pl-PL" sz="2400" dirty="0">
              <a:ea typeface="Open sans"/>
              <a:cs typeface="Open sans"/>
            </a:endParaRPr>
          </a:p>
          <a:p>
            <a:r>
              <a:rPr lang="pl-PL" sz="2400" dirty="0">
                <a:ea typeface="+mn-lt"/>
                <a:cs typeface="+mn-lt"/>
              </a:rPr>
              <a:t>    Łączący - kolor niebieski</a:t>
            </a:r>
            <a:endParaRPr lang="pl-PL" sz="2400" dirty="0">
              <a:ea typeface="Open sans"/>
              <a:cs typeface="Open sans"/>
            </a:endParaRPr>
          </a:p>
          <a:p>
            <a:r>
              <a:rPr lang="pl-PL" sz="2400" dirty="0">
                <a:ea typeface="+mn-lt"/>
                <a:cs typeface="+mn-lt"/>
              </a:rPr>
              <a:t>    Dzielący - kolor cyjan</a:t>
            </a:r>
            <a:endParaRPr lang="pl-PL" sz="2400" dirty="0">
              <a:ea typeface="Open sans"/>
              <a:cs typeface="Open sans"/>
            </a:endParaRPr>
          </a:p>
          <a:p>
            <a:r>
              <a:rPr lang="pl-PL" sz="2400" dirty="0">
                <a:ea typeface="+mn-lt"/>
                <a:cs typeface="+mn-lt"/>
              </a:rPr>
              <a:t>    Prawidłowy - kolor brązowy</a:t>
            </a:r>
            <a:endParaRPr lang="pl-PL" sz="2400" dirty="0">
              <a:ea typeface="Open sans"/>
              <a:cs typeface="Open sans"/>
            </a:endParaRPr>
          </a:p>
        </p:txBody>
      </p:sp>
      <p:pic>
        <p:nvPicPr>
          <p:cNvPr id="4" name="Picture 3">
            <a:extLst>
              <a:ext uri="{FF2B5EF4-FFF2-40B4-BE49-F238E27FC236}">
                <a16:creationId xmlns:a16="http://schemas.microsoft.com/office/drawing/2014/main" id="{A349EF15-3015-A0F7-F781-94892EDE0203}"/>
              </a:ext>
            </a:extLst>
          </p:cNvPr>
          <p:cNvPicPr>
            <a:picLocks noChangeAspect="1"/>
          </p:cNvPicPr>
          <p:nvPr/>
        </p:nvPicPr>
        <p:blipFill>
          <a:blip r:embed="rId2"/>
          <a:stretch>
            <a:fillRect/>
          </a:stretch>
        </p:blipFill>
        <p:spPr>
          <a:xfrm>
            <a:off x="5261530" y="1911246"/>
            <a:ext cx="5539953" cy="4325911"/>
          </a:xfrm>
          <a:prstGeom prst="rect">
            <a:avLst/>
          </a:prstGeom>
        </p:spPr>
      </p:pic>
    </p:spTree>
    <p:extLst>
      <p:ext uri="{BB962C8B-B14F-4D97-AF65-F5344CB8AC3E}">
        <p14:creationId xmlns:p14="http://schemas.microsoft.com/office/powerpoint/2010/main" val="260924033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AC0671-3D67-5D4B-5F78-CF763EBEBDCB}"/>
              </a:ext>
            </a:extLst>
          </p:cNvPr>
          <p:cNvSpPr>
            <a:spLocks noGrp="1"/>
          </p:cNvSpPr>
          <p:nvPr>
            <p:ph type="title"/>
          </p:nvPr>
        </p:nvSpPr>
        <p:spPr/>
        <p:txBody>
          <a:bodyPr/>
          <a:lstStyle/>
          <a:p>
            <a:r>
              <a:rPr lang="pl-PL">
                <a:ea typeface="+mj-lt"/>
                <a:cs typeface="+mj-lt"/>
              </a:rPr>
              <a:t>Podział wielokąta na wielokąty monotoniczne</a:t>
            </a:r>
            <a:endParaRPr lang="pl-PL">
              <a:ea typeface="Open sans"/>
              <a:cs typeface="Open sans"/>
            </a:endParaRPr>
          </a:p>
        </p:txBody>
      </p:sp>
      <p:sp>
        <p:nvSpPr>
          <p:cNvPr id="3" name="Content Placeholder 2">
            <a:extLst>
              <a:ext uri="{FF2B5EF4-FFF2-40B4-BE49-F238E27FC236}">
                <a16:creationId xmlns:a16="http://schemas.microsoft.com/office/drawing/2014/main" id="{4DAA498E-A21C-504C-C850-8E31973D53D5}"/>
              </a:ext>
            </a:extLst>
          </p:cNvPr>
          <p:cNvSpPr>
            <a:spLocks noGrp="1"/>
          </p:cNvSpPr>
          <p:nvPr>
            <p:ph idx="1"/>
          </p:nvPr>
        </p:nvSpPr>
        <p:spPr/>
        <p:txBody>
          <a:bodyPr vert="horz" lIns="91440" tIns="45720" rIns="91440" bIns="45720" rtlCol="0" anchor="t">
            <a:normAutofit/>
          </a:bodyPr>
          <a:lstStyle/>
          <a:p>
            <a:r>
              <a:rPr lang="pl-PL" dirty="0">
                <a:ea typeface="+mn-lt"/>
                <a:cs typeface="+mn-lt"/>
              </a:rPr>
              <a:t>Q - struktura zdarzeń - kolejka priorytetowa - są to nasze punkty, gdzie największy priorytet ma górny lewy punkt</a:t>
            </a:r>
          </a:p>
          <a:p>
            <a:endParaRPr lang="pl-PL" dirty="0">
              <a:ea typeface="+mn-lt"/>
              <a:cs typeface="+mn-lt"/>
            </a:endParaRPr>
          </a:p>
          <a:p>
            <a:r>
              <a:rPr lang="pl-PL">
                <a:ea typeface="+mn-lt"/>
                <a:cs typeface="+mn-lt"/>
              </a:rPr>
              <a:t>T - struktura stanu - dynamiczne drzewo wyszukań binarnych - są to krawędzie posortowane od lewej strony do prawej w miejscu przecięć z miotłą</a:t>
            </a:r>
            <a:endParaRPr lang="pl-PL">
              <a:ea typeface="Open sans"/>
              <a:cs typeface="Open sans"/>
            </a:endParaRPr>
          </a:p>
        </p:txBody>
      </p:sp>
    </p:spTree>
    <p:extLst>
      <p:ext uri="{BB962C8B-B14F-4D97-AF65-F5344CB8AC3E}">
        <p14:creationId xmlns:p14="http://schemas.microsoft.com/office/powerpoint/2010/main" val="83970836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05BFC4-3AD1-FBA5-8BF0-CAC7E65DCE1E}"/>
              </a:ext>
            </a:extLst>
          </p:cNvPr>
          <p:cNvSpPr>
            <a:spLocks noGrp="1"/>
          </p:cNvSpPr>
          <p:nvPr>
            <p:ph type="title"/>
          </p:nvPr>
        </p:nvSpPr>
        <p:spPr/>
        <p:txBody>
          <a:bodyPr/>
          <a:lstStyle/>
          <a:p>
            <a:r>
              <a:rPr lang="pl-PL">
                <a:ea typeface="+mj-lt"/>
                <a:cs typeface="+mj-lt"/>
              </a:rPr>
              <a:t>Przebieg algorytmu</a:t>
            </a:r>
            <a:endParaRPr lang="pl-PL">
              <a:ea typeface="Open sans"/>
              <a:cs typeface="Open sans"/>
            </a:endParaRPr>
          </a:p>
        </p:txBody>
      </p:sp>
      <p:sp>
        <p:nvSpPr>
          <p:cNvPr id="3" name="Content Placeholder 2">
            <a:extLst>
              <a:ext uri="{FF2B5EF4-FFF2-40B4-BE49-F238E27FC236}">
                <a16:creationId xmlns:a16="http://schemas.microsoft.com/office/drawing/2014/main" id="{102977AD-58F9-D625-B362-A849DB9FDE6B}"/>
              </a:ext>
            </a:extLst>
          </p:cNvPr>
          <p:cNvSpPr>
            <a:spLocks noGrp="1"/>
          </p:cNvSpPr>
          <p:nvPr>
            <p:ph idx="1"/>
          </p:nvPr>
        </p:nvSpPr>
        <p:spPr/>
        <p:txBody>
          <a:bodyPr vert="horz" lIns="91440" tIns="45720" rIns="91440" bIns="45720" rtlCol="0" anchor="t">
            <a:normAutofit/>
          </a:bodyPr>
          <a:lstStyle/>
          <a:p>
            <a:r>
              <a:rPr lang="pl-PL">
                <a:ea typeface="+mn-lt"/>
                <a:cs typeface="+mn-lt"/>
              </a:rPr>
              <a:t>Kolejne punkty z kolejki priorytetowej Q będziemy przetwarzać w sposób zależny od typu danego punktu.</a:t>
            </a:r>
            <a:endParaRPr lang="pl-PL">
              <a:ea typeface="Open sans"/>
              <a:cs typeface="Open sans"/>
            </a:endParaRPr>
          </a:p>
          <a:p>
            <a:endParaRPr lang="pl-PL" dirty="0">
              <a:ea typeface="+mn-lt"/>
              <a:cs typeface="+mn-lt"/>
            </a:endParaRPr>
          </a:p>
          <a:p>
            <a:r>
              <a:rPr lang="pl-PL" dirty="0">
                <a:ea typeface="+mn-lt"/>
                <a:cs typeface="+mn-lt"/>
              </a:rPr>
              <a:t>Głównym celem jest wyeliminowanie wierzchołków łączących oraz dzielących. Wielokąt y-monotoniczny to takich, który właśnie nie posiada żadnych wierzchołków tego typu.</a:t>
            </a:r>
            <a:endParaRPr lang="pl-PL" dirty="0">
              <a:ea typeface="Open sans"/>
              <a:cs typeface="Open sans"/>
            </a:endParaRPr>
          </a:p>
          <a:p>
            <a:endParaRPr lang="pl-PL" dirty="0">
              <a:ea typeface="Open sans"/>
              <a:cs typeface="Open sans"/>
            </a:endParaRPr>
          </a:p>
        </p:txBody>
      </p:sp>
    </p:spTree>
    <p:extLst>
      <p:ext uri="{BB962C8B-B14F-4D97-AF65-F5344CB8AC3E}">
        <p14:creationId xmlns:p14="http://schemas.microsoft.com/office/powerpoint/2010/main" val="420934752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E2808B-228F-C465-0034-9E1DD10CAD31}"/>
              </a:ext>
            </a:extLst>
          </p:cNvPr>
          <p:cNvSpPr>
            <a:spLocks noGrp="1"/>
          </p:cNvSpPr>
          <p:nvPr>
            <p:ph type="title"/>
          </p:nvPr>
        </p:nvSpPr>
        <p:spPr/>
        <p:txBody>
          <a:bodyPr/>
          <a:lstStyle/>
          <a:p>
            <a:r>
              <a:rPr lang="en-US" dirty="0" err="1">
                <a:ea typeface="Open sans"/>
                <a:cs typeface="Open sans"/>
              </a:rPr>
              <a:t>Wierzchołek</a:t>
            </a:r>
            <a:r>
              <a:rPr lang="en-US" dirty="0">
                <a:ea typeface="Open sans"/>
                <a:cs typeface="Open sans"/>
              </a:rPr>
              <a:t> </a:t>
            </a:r>
            <a:r>
              <a:rPr lang="en-US" dirty="0" err="1">
                <a:ea typeface="Open sans"/>
                <a:cs typeface="Open sans"/>
              </a:rPr>
              <a:t>dzielący</a:t>
            </a:r>
            <a:endParaRPr lang="en-US" dirty="0" err="1"/>
          </a:p>
        </p:txBody>
      </p:sp>
      <p:sp>
        <p:nvSpPr>
          <p:cNvPr id="3" name="Content Placeholder 2">
            <a:extLst>
              <a:ext uri="{FF2B5EF4-FFF2-40B4-BE49-F238E27FC236}">
                <a16:creationId xmlns:a16="http://schemas.microsoft.com/office/drawing/2014/main" id="{866EC889-BFDA-461C-E561-7FF20479E3E3}"/>
              </a:ext>
            </a:extLst>
          </p:cNvPr>
          <p:cNvSpPr>
            <a:spLocks noGrp="1"/>
          </p:cNvSpPr>
          <p:nvPr>
            <p:ph idx="1"/>
          </p:nvPr>
        </p:nvSpPr>
        <p:spPr/>
        <p:txBody>
          <a:bodyPr vert="horz" lIns="91440" tIns="45720" rIns="91440" bIns="45720" rtlCol="0" anchor="t">
            <a:normAutofit/>
          </a:bodyPr>
          <a:lstStyle/>
          <a:p>
            <a:pPr marL="0" indent="0">
              <a:buNone/>
            </a:pPr>
            <a:r>
              <a:rPr lang="pl-PL" dirty="0">
                <a:ea typeface="+mn-lt"/>
                <a:cs typeface="+mn-lt"/>
              </a:rPr>
              <a:t>Będziemy starali się znaleźć wierzchołki znajdujące się w pobliżu rozpatrywanego aktualnie wierzchołka </a:t>
            </a:r>
            <a:r>
              <a:rPr lang="pl-PL" dirty="0" err="1">
                <a:ea typeface="+mn-lt"/>
                <a:cs typeface="+mn-lt"/>
              </a:rPr>
              <a:t>v_i</a:t>
            </a:r>
            <a:r>
              <a:rPr lang="pl-PL" dirty="0">
                <a:ea typeface="+mn-lt"/>
                <a:cs typeface="+mn-lt"/>
              </a:rPr>
              <a:t>. Aby szybko znajdywać taki wierzchołek dla </a:t>
            </a:r>
            <a:r>
              <a:rPr lang="pl-PL" dirty="0" err="1">
                <a:ea typeface="+mn-lt"/>
                <a:cs typeface="+mn-lt"/>
              </a:rPr>
              <a:t>v_i</a:t>
            </a:r>
            <a:r>
              <a:rPr lang="pl-PL" dirty="0">
                <a:ea typeface="+mn-lt"/>
                <a:cs typeface="+mn-lt"/>
              </a:rPr>
              <a:t> dzielącego zauważmy, że będzie on najniższym wierzchołkiem leżącym pomiędzy prostą </a:t>
            </a:r>
            <a:r>
              <a:rPr lang="pl-PL" dirty="0" err="1">
                <a:ea typeface="+mn-lt"/>
                <a:cs typeface="+mn-lt"/>
              </a:rPr>
              <a:t>e_l</a:t>
            </a:r>
            <a:r>
              <a:rPr lang="pl-PL" dirty="0">
                <a:ea typeface="+mn-lt"/>
                <a:cs typeface="+mn-lt"/>
              </a:rPr>
              <a:t> będącą bezpośrednio na lewo od </a:t>
            </a:r>
            <a:r>
              <a:rPr lang="pl-PL" dirty="0" err="1">
                <a:ea typeface="+mn-lt"/>
                <a:cs typeface="+mn-lt"/>
              </a:rPr>
              <a:t>v_i</a:t>
            </a:r>
            <a:r>
              <a:rPr lang="pl-PL" dirty="0">
                <a:ea typeface="+mn-lt"/>
                <a:cs typeface="+mn-lt"/>
              </a:rPr>
              <a:t> oraz $</a:t>
            </a:r>
            <a:r>
              <a:rPr lang="pl-PL" dirty="0" err="1">
                <a:ea typeface="+mn-lt"/>
                <a:cs typeface="+mn-lt"/>
              </a:rPr>
              <a:t>e_p</a:t>
            </a:r>
            <a:r>
              <a:rPr lang="pl-PL" dirty="0">
                <a:ea typeface="+mn-lt"/>
                <a:cs typeface="+mn-lt"/>
              </a:rPr>
              <a:t>$ będącą bezpośrednio po prawej stronie. Wierzchołek ten nazwiemy pomocnikiem(</a:t>
            </a:r>
            <a:r>
              <a:rPr lang="pl-PL" dirty="0" err="1">
                <a:ea typeface="+mn-lt"/>
                <a:cs typeface="+mn-lt"/>
              </a:rPr>
              <a:t>v_i</a:t>
            </a:r>
            <a:r>
              <a:rPr lang="pl-PL" dirty="0">
                <a:ea typeface="+mn-lt"/>
                <a:cs typeface="+mn-lt"/>
              </a:rPr>
              <a:t>), zauważmy, że może on być górnym końcem samej </a:t>
            </a:r>
            <a:r>
              <a:rPr lang="pl-PL" dirty="0" err="1">
                <a:ea typeface="+mn-lt"/>
                <a:cs typeface="+mn-lt"/>
              </a:rPr>
              <a:t>e_l</a:t>
            </a:r>
            <a:r>
              <a:rPr lang="pl-PL" dirty="0">
                <a:ea typeface="+mn-lt"/>
                <a:cs typeface="+mn-lt"/>
              </a:rPr>
              <a:t>.</a:t>
            </a:r>
            <a:endParaRPr lang="pl-PL" dirty="0">
              <a:ea typeface="Open sans"/>
              <a:cs typeface="Open sans"/>
            </a:endParaRPr>
          </a:p>
        </p:txBody>
      </p:sp>
    </p:spTree>
    <p:extLst>
      <p:ext uri="{BB962C8B-B14F-4D97-AF65-F5344CB8AC3E}">
        <p14:creationId xmlns:p14="http://schemas.microsoft.com/office/powerpoint/2010/main" val="278477025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EE3997-E991-03FA-A3D0-EB9489960B86}"/>
              </a:ext>
            </a:extLst>
          </p:cNvPr>
          <p:cNvSpPr>
            <a:spLocks noGrp="1"/>
          </p:cNvSpPr>
          <p:nvPr>
            <p:ph type="title"/>
          </p:nvPr>
        </p:nvSpPr>
        <p:spPr/>
        <p:txBody>
          <a:bodyPr/>
          <a:lstStyle/>
          <a:p>
            <a:r>
              <a:rPr lang="en-US" dirty="0" err="1">
                <a:ea typeface="Open sans"/>
                <a:cs typeface="Open sans"/>
              </a:rPr>
              <a:t>Wierzchołek</a:t>
            </a:r>
            <a:r>
              <a:rPr lang="en-US" dirty="0">
                <a:ea typeface="Open sans"/>
                <a:cs typeface="Open sans"/>
              </a:rPr>
              <a:t> </a:t>
            </a:r>
            <a:r>
              <a:rPr lang="en-US" dirty="0" err="1">
                <a:ea typeface="Open sans"/>
                <a:cs typeface="Open sans"/>
              </a:rPr>
              <a:t>łączący</a:t>
            </a:r>
            <a:endParaRPr lang="en-US" dirty="0" err="1"/>
          </a:p>
        </p:txBody>
      </p:sp>
      <p:sp>
        <p:nvSpPr>
          <p:cNvPr id="3" name="Content Placeholder 2">
            <a:extLst>
              <a:ext uri="{FF2B5EF4-FFF2-40B4-BE49-F238E27FC236}">
                <a16:creationId xmlns:a16="http://schemas.microsoft.com/office/drawing/2014/main" id="{EFB3DD48-AD16-808D-16BA-0F3571A188A9}"/>
              </a:ext>
            </a:extLst>
          </p:cNvPr>
          <p:cNvSpPr>
            <a:spLocks noGrp="1"/>
          </p:cNvSpPr>
          <p:nvPr>
            <p:ph idx="1"/>
          </p:nvPr>
        </p:nvSpPr>
        <p:spPr/>
        <p:txBody>
          <a:bodyPr vert="horz" lIns="91440" tIns="45720" rIns="91440" bIns="45720" rtlCol="0" anchor="t">
            <a:normAutofit/>
          </a:bodyPr>
          <a:lstStyle/>
          <a:p>
            <a:pPr marL="0" indent="0">
              <a:buNone/>
            </a:pPr>
            <a:r>
              <a:rPr lang="pl-PL" dirty="0">
                <a:ea typeface="+mn-lt"/>
                <a:cs typeface="+mn-lt"/>
              </a:rPr>
              <a:t>Pozostają jeszcze wierzchołki </a:t>
            </a:r>
            <a:r>
              <a:rPr lang="pl-PL" dirty="0" err="1">
                <a:ea typeface="+mn-lt"/>
                <a:cs typeface="+mn-lt"/>
              </a:rPr>
              <a:t>v_i</a:t>
            </a:r>
            <a:r>
              <a:rPr lang="pl-PL" dirty="0">
                <a:ea typeface="+mn-lt"/>
                <a:cs typeface="+mn-lt"/>
              </a:rPr>
              <a:t> łączące. Potrzebować one będą wierzchołków znajdujących się pod miotłą (jeszcze nie przetworzonych), ale będzie to dokładnie odwrócona sytuacja dla wierzchołka dzielącego. Za pomocnika(</a:t>
            </a:r>
            <a:r>
              <a:rPr lang="pl-PL" dirty="0" err="1">
                <a:ea typeface="+mn-lt"/>
                <a:cs typeface="+mn-lt"/>
              </a:rPr>
              <a:t>v_i</a:t>
            </a:r>
            <a:r>
              <a:rPr lang="pl-PL" dirty="0">
                <a:ea typeface="+mn-lt"/>
                <a:cs typeface="+mn-lt"/>
              </a:rPr>
              <a:t>), będziemy wybierać wierzchołek leżący pomiędzy </a:t>
            </a:r>
            <a:r>
              <a:rPr lang="pl-PL" dirty="0" err="1">
                <a:ea typeface="+mn-lt"/>
                <a:cs typeface="+mn-lt"/>
              </a:rPr>
              <a:t>e_l</a:t>
            </a:r>
            <a:r>
              <a:rPr lang="pl-PL" dirty="0">
                <a:ea typeface="+mn-lt"/>
                <a:cs typeface="+mn-lt"/>
              </a:rPr>
              <a:t> a </a:t>
            </a:r>
            <a:r>
              <a:rPr lang="pl-PL" dirty="0" err="1">
                <a:ea typeface="+mn-lt"/>
                <a:cs typeface="+mn-lt"/>
              </a:rPr>
              <a:t>e_p</a:t>
            </a:r>
            <a:r>
              <a:rPr lang="pl-PL" dirty="0">
                <a:ea typeface="+mn-lt"/>
                <a:cs typeface="+mn-lt"/>
              </a:rPr>
              <a:t>, znajdujący się najbliżej.</a:t>
            </a:r>
            <a:endParaRPr lang="pl-PL" dirty="0">
              <a:ea typeface="Open sans"/>
              <a:cs typeface="Open sans"/>
            </a:endParaRPr>
          </a:p>
        </p:txBody>
      </p:sp>
    </p:spTree>
    <p:extLst>
      <p:ext uri="{BB962C8B-B14F-4D97-AF65-F5344CB8AC3E}">
        <p14:creationId xmlns:p14="http://schemas.microsoft.com/office/powerpoint/2010/main" val="221675801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D91916A1-FEE7-41E7-BEE3-2B4941A6F30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75990" y="62886"/>
            <a:ext cx="11708355" cy="6301715"/>
            <a:chOff x="175990" y="62886"/>
            <a:chExt cx="11708355" cy="6301715"/>
          </a:xfrm>
        </p:grpSpPr>
        <p:sp useBgFill="1">
          <p:nvSpPr>
            <p:cNvPr id="10" name="Graphic 10">
              <a:extLst>
                <a:ext uri="{FF2B5EF4-FFF2-40B4-BE49-F238E27FC236}">
                  <a16:creationId xmlns:a16="http://schemas.microsoft.com/office/drawing/2014/main" id="{EAFF5F08-677C-4873-9274-02B6FE75104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2700000">
              <a:off x="175990" y="525742"/>
              <a:ext cx="1066799" cy="1066799"/>
            </a:xfrm>
            <a:custGeom>
              <a:avLst/>
              <a:gdLst>
                <a:gd name="connsiteX0" fmla="*/ 4053340 w 6859500"/>
                <a:gd name="connsiteY0" fmla="*/ 6235893 h 6859500"/>
                <a:gd name="connsiteX1" fmla="*/ 4053340 w 6859500"/>
                <a:gd name="connsiteY1" fmla="*/ 4053340 h 6859500"/>
                <a:gd name="connsiteX2" fmla="*/ 6235893 w 6859500"/>
                <a:gd name="connsiteY2" fmla="*/ 4053340 h 6859500"/>
                <a:gd name="connsiteX3" fmla="*/ 6859501 w 6859500"/>
                <a:gd name="connsiteY3" fmla="*/ 3429731 h 6859500"/>
                <a:gd name="connsiteX4" fmla="*/ 6235893 w 6859500"/>
                <a:gd name="connsiteY4" fmla="*/ 2806123 h 6859500"/>
                <a:gd name="connsiteX5" fmla="*/ 4053340 w 6859500"/>
                <a:gd name="connsiteY5" fmla="*/ 2806123 h 6859500"/>
                <a:gd name="connsiteX6" fmla="*/ 4053340 w 6859500"/>
                <a:gd name="connsiteY6" fmla="*/ 623608 h 6859500"/>
                <a:gd name="connsiteX7" fmla="*/ 3429731 w 6859500"/>
                <a:gd name="connsiteY7" fmla="*/ 0 h 6859500"/>
                <a:gd name="connsiteX8" fmla="*/ 2806123 w 6859500"/>
                <a:gd name="connsiteY8" fmla="*/ 623608 h 6859500"/>
                <a:gd name="connsiteX9" fmla="*/ 2806123 w 6859500"/>
                <a:gd name="connsiteY9" fmla="*/ 2806161 h 6859500"/>
                <a:gd name="connsiteX10" fmla="*/ 623608 w 6859500"/>
                <a:gd name="connsiteY10" fmla="*/ 2806161 h 6859500"/>
                <a:gd name="connsiteX11" fmla="*/ 0 w 6859500"/>
                <a:gd name="connsiteY11" fmla="*/ 3429731 h 6859500"/>
                <a:gd name="connsiteX12" fmla="*/ 623608 w 6859500"/>
                <a:gd name="connsiteY12" fmla="*/ 4053340 h 6859500"/>
                <a:gd name="connsiteX13" fmla="*/ 2806161 w 6859500"/>
                <a:gd name="connsiteY13" fmla="*/ 4053340 h 6859500"/>
                <a:gd name="connsiteX14" fmla="*/ 2806161 w 6859500"/>
                <a:gd name="connsiteY14" fmla="*/ 6235893 h 6859500"/>
                <a:gd name="connsiteX15" fmla="*/ 3429770 w 6859500"/>
                <a:gd name="connsiteY15" fmla="*/ 6859501 h 6859500"/>
                <a:gd name="connsiteX16" fmla="*/ 4053340 w 6859500"/>
                <a:gd name="connsiteY16" fmla="*/ 6235893 h 6859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859500" h="6859500">
                  <a:moveTo>
                    <a:pt x="4053340" y="6235893"/>
                  </a:moveTo>
                  <a:lnTo>
                    <a:pt x="4053340" y="4053340"/>
                  </a:lnTo>
                  <a:lnTo>
                    <a:pt x="6235893" y="4053340"/>
                  </a:lnTo>
                  <a:cubicBezTo>
                    <a:pt x="6580293" y="4053340"/>
                    <a:pt x="6859501" y="3774132"/>
                    <a:pt x="6859501" y="3429731"/>
                  </a:cubicBezTo>
                  <a:cubicBezTo>
                    <a:pt x="6859501" y="3085330"/>
                    <a:pt x="6580332" y="2806123"/>
                    <a:pt x="6235893" y="2806123"/>
                  </a:cubicBezTo>
                  <a:lnTo>
                    <a:pt x="4053340" y="2806123"/>
                  </a:lnTo>
                  <a:lnTo>
                    <a:pt x="4053340" y="623608"/>
                  </a:lnTo>
                  <a:cubicBezTo>
                    <a:pt x="4053340" y="279208"/>
                    <a:pt x="3774171" y="0"/>
                    <a:pt x="3429731" y="0"/>
                  </a:cubicBezTo>
                  <a:cubicBezTo>
                    <a:pt x="3085330" y="0"/>
                    <a:pt x="2806123" y="279208"/>
                    <a:pt x="2806123" y="623608"/>
                  </a:cubicBezTo>
                  <a:lnTo>
                    <a:pt x="2806123" y="2806161"/>
                  </a:lnTo>
                  <a:lnTo>
                    <a:pt x="623608" y="2806161"/>
                  </a:lnTo>
                  <a:cubicBezTo>
                    <a:pt x="279208" y="2806161"/>
                    <a:pt x="0" y="3085369"/>
                    <a:pt x="0" y="3429731"/>
                  </a:cubicBezTo>
                  <a:cubicBezTo>
                    <a:pt x="0" y="3774132"/>
                    <a:pt x="279208" y="4053340"/>
                    <a:pt x="623608" y="4053340"/>
                  </a:cubicBezTo>
                  <a:lnTo>
                    <a:pt x="2806161" y="4053340"/>
                  </a:lnTo>
                  <a:lnTo>
                    <a:pt x="2806161" y="6235893"/>
                  </a:lnTo>
                  <a:cubicBezTo>
                    <a:pt x="2806161" y="6580293"/>
                    <a:pt x="3085369" y="6859501"/>
                    <a:pt x="3429770" y="6859501"/>
                  </a:cubicBezTo>
                  <a:cubicBezTo>
                    <a:pt x="3774171" y="6859501"/>
                    <a:pt x="4053340" y="6580293"/>
                    <a:pt x="4053340" y="6235893"/>
                  </a:cubicBezTo>
                  <a:close/>
                </a:path>
              </a:pathLst>
            </a:cu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endParaRPr lang="en-US" dirty="0"/>
            </a:p>
          </p:txBody>
        </p:sp>
        <p:sp useBgFill="1">
          <p:nvSpPr>
            <p:cNvPr id="11" name="Graphic 10">
              <a:extLst>
                <a:ext uri="{FF2B5EF4-FFF2-40B4-BE49-F238E27FC236}">
                  <a16:creationId xmlns:a16="http://schemas.microsoft.com/office/drawing/2014/main" id="{16514C65-F179-4953-B660-5FC6576979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2700000">
              <a:off x="8482021" y="62886"/>
              <a:ext cx="2322574" cy="2322574"/>
            </a:xfrm>
            <a:custGeom>
              <a:avLst/>
              <a:gdLst>
                <a:gd name="connsiteX0" fmla="*/ 4053340 w 6859500"/>
                <a:gd name="connsiteY0" fmla="*/ 6235893 h 6859500"/>
                <a:gd name="connsiteX1" fmla="*/ 4053340 w 6859500"/>
                <a:gd name="connsiteY1" fmla="*/ 4053340 h 6859500"/>
                <a:gd name="connsiteX2" fmla="*/ 6235893 w 6859500"/>
                <a:gd name="connsiteY2" fmla="*/ 4053340 h 6859500"/>
                <a:gd name="connsiteX3" fmla="*/ 6859501 w 6859500"/>
                <a:gd name="connsiteY3" fmla="*/ 3429731 h 6859500"/>
                <a:gd name="connsiteX4" fmla="*/ 6235893 w 6859500"/>
                <a:gd name="connsiteY4" fmla="*/ 2806123 h 6859500"/>
                <a:gd name="connsiteX5" fmla="*/ 4053340 w 6859500"/>
                <a:gd name="connsiteY5" fmla="*/ 2806123 h 6859500"/>
                <a:gd name="connsiteX6" fmla="*/ 4053340 w 6859500"/>
                <a:gd name="connsiteY6" fmla="*/ 623608 h 6859500"/>
                <a:gd name="connsiteX7" fmla="*/ 3429731 w 6859500"/>
                <a:gd name="connsiteY7" fmla="*/ 0 h 6859500"/>
                <a:gd name="connsiteX8" fmla="*/ 2806123 w 6859500"/>
                <a:gd name="connsiteY8" fmla="*/ 623608 h 6859500"/>
                <a:gd name="connsiteX9" fmla="*/ 2806123 w 6859500"/>
                <a:gd name="connsiteY9" fmla="*/ 2806161 h 6859500"/>
                <a:gd name="connsiteX10" fmla="*/ 623608 w 6859500"/>
                <a:gd name="connsiteY10" fmla="*/ 2806161 h 6859500"/>
                <a:gd name="connsiteX11" fmla="*/ 0 w 6859500"/>
                <a:gd name="connsiteY11" fmla="*/ 3429731 h 6859500"/>
                <a:gd name="connsiteX12" fmla="*/ 623608 w 6859500"/>
                <a:gd name="connsiteY12" fmla="*/ 4053340 h 6859500"/>
                <a:gd name="connsiteX13" fmla="*/ 2806161 w 6859500"/>
                <a:gd name="connsiteY13" fmla="*/ 4053340 h 6859500"/>
                <a:gd name="connsiteX14" fmla="*/ 2806161 w 6859500"/>
                <a:gd name="connsiteY14" fmla="*/ 6235893 h 6859500"/>
                <a:gd name="connsiteX15" fmla="*/ 3429770 w 6859500"/>
                <a:gd name="connsiteY15" fmla="*/ 6859501 h 6859500"/>
                <a:gd name="connsiteX16" fmla="*/ 4053340 w 6859500"/>
                <a:gd name="connsiteY16" fmla="*/ 6235893 h 6859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859500" h="6859500">
                  <a:moveTo>
                    <a:pt x="4053340" y="6235893"/>
                  </a:moveTo>
                  <a:lnTo>
                    <a:pt x="4053340" y="4053340"/>
                  </a:lnTo>
                  <a:lnTo>
                    <a:pt x="6235893" y="4053340"/>
                  </a:lnTo>
                  <a:cubicBezTo>
                    <a:pt x="6580293" y="4053340"/>
                    <a:pt x="6859501" y="3774132"/>
                    <a:pt x="6859501" y="3429731"/>
                  </a:cubicBezTo>
                  <a:cubicBezTo>
                    <a:pt x="6859501" y="3085330"/>
                    <a:pt x="6580332" y="2806123"/>
                    <a:pt x="6235893" y="2806123"/>
                  </a:cubicBezTo>
                  <a:lnTo>
                    <a:pt x="4053340" y="2806123"/>
                  </a:lnTo>
                  <a:lnTo>
                    <a:pt x="4053340" y="623608"/>
                  </a:lnTo>
                  <a:cubicBezTo>
                    <a:pt x="4053340" y="279208"/>
                    <a:pt x="3774171" y="0"/>
                    <a:pt x="3429731" y="0"/>
                  </a:cubicBezTo>
                  <a:cubicBezTo>
                    <a:pt x="3085330" y="0"/>
                    <a:pt x="2806123" y="279208"/>
                    <a:pt x="2806123" y="623608"/>
                  </a:cubicBezTo>
                  <a:lnTo>
                    <a:pt x="2806123" y="2806161"/>
                  </a:lnTo>
                  <a:lnTo>
                    <a:pt x="623608" y="2806161"/>
                  </a:lnTo>
                  <a:cubicBezTo>
                    <a:pt x="279208" y="2806161"/>
                    <a:pt x="0" y="3085369"/>
                    <a:pt x="0" y="3429731"/>
                  </a:cubicBezTo>
                  <a:cubicBezTo>
                    <a:pt x="0" y="3774132"/>
                    <a:pt x="279208" y="4053340"/>
                    <a:pt x="623608" y="4053340"/>
                  </a:cubicBezTo>
                  <a:lnTo>
                    <a:pt x="2806161" y="4053340"/>
                  </a:lnTo>
                  <a:lnTo>
                    <a:pt x="2806161" y="6235893"/>
                  </a:lnTo>
                  <a:cubicBezTo>
                    <a:pt x="2806161" y="6580293"/>
                    <a:pt x="3085369" y="6859501"/>
                    <a:pt x="3429770" y="6859501"/>
                  </a:cubicBezTo>
                  <a:cubicBezTo>
                    <a:pt x="3774171" y="6859501"/>
                    <a:pt x="4053340" y="6580293"/>
                    <a:pt x="4053340" y="6235893"/>
                  </a:cubicBezTo>
                  <a:close/>
                </a:path>
              </a:pathLst>
            </a:cu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endParaRPr lang="en-US" dirty="0"/>
            </a:p>
          </p:txBody>
        </p:sp>
        <p:sp useBgFill="1">
          <p:nvSpPr>
            <p:cNvPr id="12" name="Graphic 10">
              <a:extLst>
                <a:ext uri="{FF2B5EF4-FFF2-40B4-BE49-F238E27FC236}">
                  <a16:creationId xmlns:a16="http://schemas.microsoft.com/office/drawing/2014/main" id="{DF5DA89C-9FED-4AE0-8C36-20612E77FA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2700000">
              <a:off x="10578627" y="5015941"/>
              <a:ext cx="925287" cy="925287"/>
            </a:xfrm>
            <a:custGeom>
              <a:avLst/>
              <a:gdLst>
                <a:gd name="connsiteX0" fmla="*/ 4053340 w 6859500"/>
                <a:gd name="connsiteY0" fmla="*/ 6235893 h 6859500"/>
                <a:gd name="connsiteX1" fmla="*/ 4053340 w 6859500"/>
                <a:gd name="connsiteY1" fmla="*/ 4053340 h 6859500"/>
                <a:gd name="connsiteX2" fmla="*/ 6235893 w 6859500"/>
                <a:gd name="connsiteY2" fmla="*/ 4053340 h 6859500"/>
                <a:gd name="connsiteX3" fmla="*/ 6859501 w 6859500"/>
                <a:gd name="connsiteY3" fmla="*/ 3429731 h 6859500"/>
                <a:gd name="connsiteX4" fmla="*/ 6235893 w 6859500"/>
                <a:gd name="connsiteY4" fmla="*/ 2806123 h 6859500"/>
                <a:gd name="connsiteX5" fmla="*/ 4053340 w 6859500"/>
                <a:gd name="connsiteY5" fmla="*/ 2806123 h 6859500"/>
                <a:gd name="connsiteX6" fmla="*/ 4053340 w 6859500"/>
                <a:gd name="connsiteY6" fmla="*/ 623608 h 6859500"/>
                <a:gd name="connsiteX7" fmla="*/ 3429731 w 6859500"/>
                <a:gd name="connsiteY7" fmla="*/ 0 h 6859500"/>
                <a:gd name="connsiteX8" fmla="*/ 2806123 w 6859500"/>
                <a:gd name="connsiteY8" fmla="*/ 623608 h 6859500"/>
                <a:gd name="connsiteX9" fmla="*/ 2806123 w 6859500"/>
                <a:gd name="connsiteY9" fmla="*/ 2806161 h 6859500"/>
                <a:gd name="connsiteX10" fmla="*/ 623608 w 6859500"/>
                <a:gd name="connsiteY10" fmla="*/ 2806161 h 6859500"/>
                <a:gd name="connsiteX11" fmla="*/ 0 w 6859500"/>
                <a:gd name="connsiteY11" fmla="*/ 3429731 h 6859500"/>
                <a:gd name="connsiteX12" fmla="*/ 623608 w 6859500"/>
                <a:gd name="connsiteY12" fmla="*/ 4053340 h 6859500"/>
                <a:gd name="connsiteX13" fmla="*/ 2806161 w 6859500"/>
                <a:gd name="connsiteY13" fmla="*/ 4053340 h 6859500"/>
                <a:gd name="connsiteX14" fmla="*/ 2806161 w 6859500"/>
                <a:gd name="connsiteY14" fmla="*/ 6235893 h 6859500"/>
                <a:gd name="connsiteX15" fmla="*/ 3429770 w 6859500"/>
                <a:gd name="connsiteY15" fmla="*/ 6859501 h 6859500"/>
                <a:gd name="connsiteX16" fmla="*/ 4053340 w 6859500"/>
                <a:gd name="connsiteY16" fmla="*/ 6235893 h 6859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859500" h="6859500">
                  <a:moveTo>
                    <a:pt x="4053340" y="6235893"/>
                  </a:moveTo>
                  <a:lnTo>
                    <a:pt x="4053340" y="4053340"/>
                  </a:lnTo>
                  <a:lnTo>
                    <a:pt x="6235893" y="4053340"/>
                  </a:lnTo>
                  <a:cubicBezTo>
                    <a:pt x="6580293" y="4053340"/>
                    <a:pt x="6859501" y="3774132"/>
                    <a:pt x="6859501" y="3429731"/>
                  </a:cubicBezTo>
                  <a:cubicBezTo>
                    <a:pt x="6859501" y="3085330"/>
                    <a:pt x="6580332" y="2806123"/>
                    <a:pt x="6235893" y="2806123"/>
                  </a:cubicBezTo>
                  <a:lnTo>
                    <a:pt x="4053340" y="2806123"/>
                  </a:lnTo>
                  <a:lnTo>
                    <a:pt x="4053340" y="623608"/>
                  </a:lnTo>
                  <a:cubicBezTo>
                    <a:pt x="4053340" y="279208"/>
                    <a:pt x="3774171" y="0"/>
                    <a:pt x="3429731" y="0"/>
                  </a:cubicBezTo>
                  <a:cubicBezTo>
                    <a:pt x="3085330" y="0"/>
                    <a:pt x="2806123" y="279208"/>
                    <a:pt x="2806123" y="623608"/>
                  </a:cubicBezTo>
                  <a:lnTo>
                    <a:pt x="2806123" y="2806161"/>
                  </a:lnTo>
                  <a:lnTo>
                    <a:pt x="623608" y="2806161"/>
                  </a:lnTo>
                  <a:cubicBezTo>
                    <a:pt x="279208" y="2806161"/>
                    <a:pt x="0" y="3085369"/>
                    <a:pt x="0" y="3429731"/>
                  </a:cubicBezTo>
                  <a:cubicBezTo>
                    <a:pt x="0" y="3774132"/>
                    <a:pt x="279208" y="4053340"/>
                    <a:pt x="623608" y="4053340"/>
                  </a:cubicBezTo>
                  <a:lnTo>
                    <a:pt x="2806161" y="4053340"/>
                  </a:lnTo>
                  <a:lnTo>
                    <a:pt x="2806161" y="6235893"/>
                  </a:lnTo>
                  <a:cubicBezTo>
                    <a:pt x="2806161" y="6580293"/>
                    <a:pt x="3085369" y="6859501"/>
                    <a:pt x="3429770" y="6859501"/>
                  </a:cubicBezTo>
                  <a:cubicBezTo>
                    <a:pt x="3774171" y="6859501"/>
                    <a:pt x="4053340" y="6580293"/>
                    <a:pt x="4053340" y="6235893"/>
                  </a:cubicBezTo>
                  <a:close/>
                </a:path>
              </a:pathLst>
            </a:cu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endParaRPr lang="en-US" dirty="0"/>
            </a:p>
          </p:txBody>
        </p:sp>
        <p:sp useBgFill="1">
          <p:nvSpPr>
            <p:cNvPr id="13" name="Oval 12">
              <a:extLst>
                <a:ext uri="{FF2B5EF4-FFF2-40B4-BE49-F238E27FC236}">
                  <a16:creationId xmlns:a16="http://schemas.microsoft.com/office/drawing/2014/main" id="{FB98224C-F1DB-4F10-9B7F-93B86BA13F4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11622685" y="6102941"/>
              <a:ext cx="261660" cy="261660"/>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endParaRPr lang="en-US"/>
            </a:p>
          </p:txBody>
        </p:sp>
        <p:sp useBgFill="1">
          <p:nvSpPr>
            <p:cNvPr id="14" name="Oval 13">
              <a:extLst>
                <a:ext uri="{FF2B5EF4-FFF2-40B4-BE49-F238E27FC236}">
                  <a16:creationId xmlns:a16="http://schemas.microsoft.com/office/drawing/2014/main" id="{9AE1FC9E-06C9-4A12-8BE7-766C3DA8B9A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11352354" y="406586"/>
              <a:ext cx="474023" cy="474023"/>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endParaRPr lang="en-US"/>
            </a:p>
          </p:txBody>
        </p:sp>
        <p:sp useBgFill="1">
          <p:nvSpPr>
            <p:cNvPr id="15" name="Oval 14">
              <a:extLst>
                <a:ext uri="{FF2B5EF4-FFF2-40B4-BE49-F238E27FC236}">
                  <a16:creationId xmlns:a16="http://schemas.microsoft.com/office/drawing/2014/main" id="{29954B75-D8C7-439C-A014-E644E3E2C0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1678231" y="427615"/>
              <a:ext cx="334385" cy="334385"/>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endParaRPr lang="en-US" dirty="0"/>
            </a:p>
          </p:txBody>
        </p:sp>
      </p:grpSp>
      <p:sp useBgFill="1">
        <p:nvSpPr>
          <p:cNvPr id="17" name="Rectangle 16">
            <a:extLst>
              <a:ext uri="{FF2B5EF4-FFF2-40B4-BE49-F238E27FC236}">
                <a16:creationId xmlns:a16="http://schemas.microsoft.com/office/drawing/2014/main" id="{4E1EF4E8-5513-4BF5-BC41-04645281C6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3848" cap="flat">
            <a:noFill/>
            <a:prstDash val="solid"/>
            <a:miter/>
          </a:ln>
          <a:effectLst/>
        </p:spPr>
        <p:txBody>
          <a:bodyPr rtlCol="0" anchor="ctr"/>
          <a:lstStyle/>
          <a:p>
            <a:endParaRPr lang="en-US" dirty="0">
              <a:solidFill>
                <a:schemeClr val="tx1"/>
              </a:solidFill>
            </a:endParaRPr>
          </a:p>
        </p:txBody>
      </p:sp>
      <p:sp>
        <p:nvSpPr>
          <p:cNvPr id="19" name="Rectangle 18">
            <a:extLst>
              <a:ext uri="{FF2B5EF4-FFF2-40B4-BE49-F238E27FC236}">
                <a16:creationId xmlns:a16="http://schemas.microsoft.com/office/drawing/2014/main" id="{361EA5BB-A258-4E22-94F4-C79A441363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FFFFFF">
              <a:alpha val="10000"/>
            </a:srgbClr>
          </a:solidFill>
          <a:ln w="3848" cap="flat">
            <a:noFill/>
            <a:prstDash val="solid"/>
            <a:miter/>
          </a:ln>
          <a:effectLst/>
        </p:spPr>
        <p:txBody>
          <a:bodyPr rtlCol="0" anchor="ctr"/>
          <a:lstStyle/>
          <a:p>
            <a:endParaRPr lang="en-US" dirty="0">
              <a:solidFill>
                <a:schemeClr val="tx1"/>
              </a:solidFill>
            </a:endParaRPr>
          </a:p>
        </p:txBody>
      </p:sp>
      <p:grpSp>
        <p:nvGrpSpPr>
          <p:cNvPr id="21" name="Group 20">
            <a:extLst>
              <a:ext uri="{FF2B5EF4-FFF2-40B4-BE49-F238E27FC236}">
                <a16:creationId xmlns:a16="http://schemas.microsoft.com/office/drawing/2014/main" id="{AF7B2BB7-8E22-4794-9BDE-B71129D776F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7697" y="189413"/>
            <a:ext cx="2019905" cy="1778845"/>
            <a:chOff x="207697" y="189413"/>
            <a:chExt cx="2019905" cy="1778845"/>
          </a:xfrm>
        </p:grpSpPr>
        <p:sp useBgFill="1">
          <p:nvSpPr>
            <p:cNvPr id="22" name="Graphic 10">
              <a:extLst>
                <a:ext uri="{FF2B5EF4-FFF2-40B4-BE49-F238E27FC236}">
                  <a16:creationId xmlns:a16="http://schemas.microsoft.com/office/drawing/2014/main" id="{F2CC297A-905C-42B8-BFEC-55FB2FCF2EE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2700000">
              <a:off x="207697" y="189413"/>
              <a:ext cx="1261009" cy="1261009"/>
            </a:xfrm>
            <a:custGeom>
              <a:avLst/>
              <a:gdLst>
                <a:gd name="connsiteX0" fmla="*/ 4053340 w 6859500"/>
                <a:gd name="connsiteY0" fmla="*/ 6235893 h 6859500"/>
                <a:gd name="connsiteX1" fmla="*/ 4053340 w 6859500"/>
                <a:gd name="connsiteY1" fmla="*/ 4053340 h 6859500"/>
                <a:gd name="connsiteX2" fmla="*/ 6235893 w 6859500"/>
                <a:gd name="connsiteY2" fmla="*/ 4053340 h 6859500"/>
                <a:gd name="connsiteX3" fmla="*/ 6859501 w 6859500"/>
                <a:gd name="connsiteY3" fmla="*/ 3429731 h 6859500"/>
                <a:gd name="connsiteX4" fmla="*/ 6235893 w 6859500"/>
                <a:gd name="connsiteY4" fmla="*/ 2806123 h 6859500"/>
                <a:gd name="connsiteX5" fmla="*/ 4053340 w 6859500"/>
                <a:gd name="connsiteY5" fmla="*/ 2806123 h 6859500"/>
                <a:gd name="connsiteX6" fmla="*/ 4053340 w 6859500"/>
                <a:gd name="connsiteY6" fmla="*/ 623608 h 6859500"/>
                <a:gd name="connsiteX7" fmla="*/ 3429731 w 6859500"/>
                <a:gd name="connsiteY7" fmla="*/ 0 h 6859500"/>
                <a:gd name="connsiteX8" fmla="*/ 2806123 w 6859500"/>
                <a:gd name="connsiteY8" fmla="*/ 623608 h 6859500"/>
                <a:gd name="connsiteX9" fmla="*/ 2806123 w 6859500"/>
                <a:gd name="connsiteY9" fmla="*/ 2806161 h 6859500"/>
                <a:gd name="connsiteX10" fmla="*/ 623608 w 6859500"/>
                <a:gd name="connsiteY10" fmla="*/ 2806161 h 6859500"/>
                <a:gd name="connsiteX11" fmla="*/ 0 w 6859500"/>
                <a:gd name="connsiteY11" fmla="*/ 3429731 h 6859500"/>
                <a:gd name="connsiteX12" fmla="*/ 623608 w 6859500"/>
                <a:gd name="connsiteY12" fmla="*/ 4053340 h 6859500"/>
                <a:gd name="connsiteX13" fmla="*/ 2806161 w 6859500"/>
                <a:gd name="connsiteY13" fmla="*/ 4053340 h 6859500"/>
                <a:gd name="connsiteX14" fmla="*/ 2806161 w 6859500"/>
                <a:gd name="connsiteY14" fmla="*/ 6235893 h 6859500"/>
                <a:gd name="connsiteX15" fmla="*/ 3429770 w 6859500"/>
                <a:gd name="connsiteY15" fmla="*/ 6859501 h 6859500"/>
                <a:gd name="connsiteX16" fmla="*/ 4053340 w 6859500"/>
                <a:gd name="connsiteY16" fmla="*/ 6235893 h 6859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859500" h="6859500">
                  <a:moveTo>
                    <a:pt x="4053340" y="6235893"/>
                  </a:moveTo>
                  <a:lnTo>
                    <a:pt x="4053340" y="4053340"/>
                  </a:lnTo>
                  <a:lnTo>
                    <a:pt x="6235893" y="4053340"/>
                  </a:lnTo>
                  <a:cubicBezTo>
                    <a:pt x="6580293" y="4053340"/>
                    <a:pt x="6859501" y="3774132"/>
                    <a:pt x="6859501" y="3429731"/>
                  </a:cubicBezTo>
                  <a:cubicBezTo>
                    <a:pt x="6859501" y="3085330"/>
                    <a:pt x="6580332" y="2806123"/>
                    <a:pt x="6235893" y="2806123"/>
                  </a:cubicBezTo>
                  <a:lnTo>
                    <a:pt x="4053340" y="2806123"/>
                  </a:lnTo>
                  <a:lnTo>
                    <a:pt x="4053340" y="623608"/>
                  </a:lnTo>
                  <a:cubicBezTo>
                    <a:pt x="4053340" y="279208"/>
                    <a:pt x="3774171" y="0"/>
                    <a:pt x="3429731" y="0"/>
                  </a:cubicBezTo>
                  <a:cubicBezTo>
                    <a:pt x="3085330" y="0"/>
                    <a:pt x="2806123" y="279208"/>
                    <a:pt x="2806123" y="623608"/>
                  </a:cubicBezTo>
                  <a:lnTo>
                    <a:pt x="2806123" y="2806161"/>
                  </a:lnTo>
                  <a:lnTo>
                    <a:pt x="623608" y="2806161"/>
                  </a:lnTo>
                  <a:cubicBezTo>
                    <a:pt x="279208" y="2806161"/>
                    <a:pt x="0" y="3085369"/>
                    <a:pt x="0" y="3429731"/>
                  </a:cubicBezTo>
                  <a:cubicBezTo>
                    <a:pt x="0" y="3774132"/>
                    <a:pt x="279208" y="4053340"/>
                    <a:pt x="623608" y="4053340"/>
                  </a:cubicBezTo>
                  <a:lnTo>
                    <a:pt x="2806161" y="4053340"/>
                  </a:lnTo>
                  <a:lnTo>
                    <a:pt x="2806161" y="6235893"/>
                  </a:lnTo>
                  <a:cubicBezTo>
                    <a:pt x="2806161" y="6580293"/>
                    <a:pt x="3085369" y="6859501"/>
                    <a:pt x="3429770" y="6859501"/>
                  </a:cubicBezTo>
                  <a:cubicBezTo>
                    <a:pt x="3774171" y="6859501"/>
                    <a:pt x="4053340" y="6580293"/>
                    <a:pt x="4053340" y="6235893"/>
                  </a:cubicBezTo>
                  <a:close/>
                </a:path>
              </a:pathLst>
            </a:cu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endParaRPr lang="en-US"/>
            </a:p>
          </p:txBody>
        </p:sp>
        <p:sp useBgFill="1">
          <p:nvSpPr>
            <p:cNvPr id="23" name="Oval 22">
              <a:extLst>
                <a:ext uri="{FF2B5EF4-FFF2-40B4-BE49-F238E27FC236}">
                  <a16:creationId xmlns:a16="http://schemas.microsoft.com/office/drawing/2014/main" id="{895FAF0E-8EDF-4055-9578-394F1ACB3C1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689661" y="1671181"/>
              <a:ext cx="297077" cy="297077"/>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endParaRPr lang="en-US" dirty="0"/>
            </a:p>
          </p:txBody>
        </p:sp>
        <p:sp useBgFill="1">
          <p:nvSpPr>
            <p:cNvPr id="24" name="Oval 23">
              <a:extLst>
                <a:ext uri="{FF2B5EF4-FFF2-40B4-BE49-F238E27FC236}">
                  <a16:creationId xmlns:a16="http://schemas.microsoft.com/office/drawing/2014/main" id="{AEC4BAA7-1F27-4F25-9D16-9099BF9AC7E8}"/>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0800000">
              <a:off x="2017290" y="592943"/>
              <a:ext cx="210312" cy="210312"/>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endParaRPr lang="en-US"/>
            </a:p>
          </p:txBody>
        </p:sp>
      </p:grpSp>
      <p:sp>
        <p:nvSpPr>
          <p:cNvPr id="2" name="Title 1">
            <a:extLst>
              <a:ext uri="{FF2B5EF4-FFF2-40B4-BE49-F238E27FC236}">
                <a16:creationId xmlns:a16="http://schemas.microsoft.com/office/drawing/2014/main" id="{471E8A3E-DEC0-77CE-4B28-5BFC370DE479}"/>
              </a:ext>
            </a:extLst>
          </p:cNvPr>
          <p:cNvSpPr>
            <a:spLocks noGrp="1"/>
          </p:cNvSpPr>
          <p:nvPr>
            <p:ph type="title"/>
          </p:nvPr>
        </p:nvSpPr>
        <p:spPr>
          <a:xfrm>
            <a:off x="485635" y="728905"/>
            <a:ext cx="3933965" cy="3184274"/>
          </a:xfrm>
        </p:spPr>
        <p:txBody>
          <a:bodyPr vert="horz" lIns="91440" tIns="45720" rIns="91440" bIns="45720" rtlCol="0" anchor="b">
            <a:normAutofit/>
          </a:bodyPr>
          <a:lstStyle/>
          <a:p>
            <a:r>
              <a:rPr lang="en-US" sz="5400" kern="1200">
                <a:solidFill>
                  <a:schemeClr val="tx1"/>
                </a:solidFill>
                <a:latin typeface="+mj-lt"/>
                <a:ea typeface="+mj-ea"/>
                <a:cs typeface="+mj-cs"/>
              </a:rPr>
              <a:t>Rezultat podziału</a:t>
            </a:r>
          </a:p>
        </p:txBody>
      </p:sp>
      <p:pic>
        <p:nvPicPr>
          <p:cNvPr id="4" name="Content Placeholder 3" descr="A graph with lines and numbers&#10;&#10;Description automatically generated">
            <a:extLst>
              <a:ext uri="{FF2B5EF4-FFF2-40B4-BE49-F238E27FC236}">
                <a16:creationId xmlns:a16="http://schemas.microsoft.com/office/drawing/2014/main" id="{8FB4564C-1EAD-1D1D-743E-85C42179C35B}"/>
              </a:ext>
            </a:extLst>
          </p:cNvPr>
          <p:cNvPicPr>
            <a:picLocks noGrp="1" noChangeAspect="1"/>
          </p:cNvPicPr>
          <p:nvPr>
            <p:ph idx="1"/>
          </p:nvPr>
        </p:nvPicPr>
        <p:blipFill>
          <a:blip r:embed="rId2"/>
          <a:stretch>
            <a:fillRect/>
          </a:stretch>
        </p:blipFill>
        <p:spPr>
          <a:xfrm>
            <a:off x="4953000" y="841230"/>
            <a:ext cx="6689185" cy="5217565"/>
          </a:xfrm>
          <a:prstGeom prst="rect">
            <a:avLst/>
          </a:prstGeom>
        </p:spPr>
      </p:pic>
      <p:sp useBgFill="1">
        <p:nvSpPr>
          <p:cNvPr id="26" name="Oval 25">
            <a:extLst>
              <a:ext uri="{FF2B5EF4-FFF2-40B4-BE49-F238E27FC236}">
                <a16:creationId xmlns:a16="http://schemas.microsoft.com/office/drawing/2014/main" id="{8333FD0A-502E-4A24-8E99-5496F09DC71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11470962" y="5630260"/>
            <a:ext cx="355414" cy="355414"/>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endParaRPr lang="en-US"/>
          </a:p>
        </p:txBody>
      </p:sp>
    </p:spTree>
    <p:extLst>
      <p:ext uri="{BB962C8B-B14F-4D97-AF65-F5344CB8AC3E}">
        <p14:creationId xmlns:p14="http://schemas.microsoft.com/office/powerpoint/2010/main" val="132351120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D91916A1-FEE7-41E7-BEE3-2B4941A6F30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75990" y="62886"/>
            <a:ext cx="11708355" cy="6301715"/>
            <a:chOff x="175990" y="62886"/>
            <a:chExt cx="11708355" cy="6301715"/>
          </a:xfrm>
        </p:grpSpPr>
        <p:sp useBgFill="1">
          <p:nvSpPr>
            <p:cNvPr id="12" name="Graphic 10">
              <a:extLst>
                <a:ext uri="{FF2B5EF4-FFF2-40B4-BE49-F238E27FC236}">
                  <a16:creationId xmlns:a16="http://schemas.microsoft.com/office/drawing/2014/main" id="{EAFF5F08-677C-4873-9274-02B6FE75104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2700000">
              <a:off x="175990" y="525742"/>
              <a:ext cx="1066799" cy="1066799"/>
            </a:xfrm>
            <a:custGeom>
              <a:avLst/>
              <a:gdLst>
                <a:gd name="connsiteX0" fmla="*/ 4053340 w 6859500"/>
                <a:gd name="connsiteY0" fmla="*/ 6235893 h 6859500"/>
                <a:gd name="connsiteX1" fmla="*/ 4053340 w 6859500"/>
                <a:gd name="connsiteY1" fmla="*/ 4053340 h 6859500"/>
                <a:gd name="connsiteX2" fmla="*/ 6235893 w 6859500"/>
                <a:gd name="connsiteY2" fmla="*/ 4053340 h 6859500"/>
                <a:gd name="connsiteX3" fmla="*/ 6859501 w 6859500"/>
                <a:gd name="connsiteY3" fmla="*/ 3429731 h 6859500"/>
                <a:gd name="connsiteX4" fmla="*/ 6235893 w 6859500"/>
                <a:gd name="connsiteY4" fmla="*/ 2806123 h 6859500"/>
                <a:gd name="connsiteX5" fmla="*/ 4053340 w 6859500"/>
                <a:gd name="connsiteY5" fmla="*/ 2806123 h 6859500"/>
                <a:gd name="connsiteX6" fmla="*/ 4053340 w 6859500"/>
                <a:gd name="connsiteY6" fmla="*/ 623608 h 6859500"/>
                <a:gd name="connsiteX7" fmla="*/ 3429731 w 6859500"/>
                <a:gd name="connsiteY7" fmla="*/ 0 h 6859500"/>
                <a:gd name="connsiteX8" fmla="*/ 2806123 w 6859500"/>
                <a:gd name="connsiteY8" fmla="*/ 623608 h 6859500"/>
                <a:gd name="connsiteX9" fmla="*/ 2806123 w 6859500"/>
                <a:gd name="connsiteY9" fmla="*/ 2806161 h 6859500"/>
                <a:gd name="connsiteX10" fmla="*/ 623608 w 6859500"/>
                <a:gd name="connsiteY10" fmla="*/ 2806161 h 6859500"/>
                <a:gd name="connsiteX11" fmla="*/ 0 w 6859500"/>
                <a:gd name="connsiteY11" fmla="*/ 3429731 h 6859500"/>
                <a:gd name="connsiteX12" fmla="*/ 623608 w 6859500"/>
                <a:gd name="connsiteY12" fmla="*/ 4053340 h 6859500"/>
                <a:gd name="connsiteX13" fmla="*/ 2806161 w 6859500"/>
                <a:gd name="connsiteY13" fmla="*/ 4053340 h 6859500"/>
                <a:gd name="connsiteX14" fmla="*/ 2806161 w 6859500"/>
                <a:gd name="connsiteY14" fmla="*/ 6235893 h 6859500"/>
                <a:gd name="connsiteX15" fmla="*/ 3429770 w 6859500"/>
                <a:gd name="connsiteY15" fmla="*/ 6859501 h 6859500"/>
                <a:gd name="connsiteX16" fmla="*/ 4053340 w 6859500"/>
                <a:gd name="connsiteY16" fmla="*/ 6235893 h 6859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859500" h="6859500">
                  <a:moveTo>
                    <a:pt x="4053340" y="6235893"/>
                  </a:moveTo>
                  <a:lnTo>
                    <a:pt x="4053340" y="4053340"/>
                  </a:lnTo>
                  <a:lnTo>
                    <a:pt x="6235893" y="4053340"/>
                  </a:lnTo>
                  <a:cubicBezTo>
                    <a:pt x="6580293" y="4053340"/>
                    <a:pt x="6859501" y="3774132"/>
                    <a:pt x="6859501" y="3429731"/>
                  </a:cubicBezTo>
                  <a:cubicBezTo>
                    <a:pt x="6859501" y="3085330"/>
                    <a:pt x="6580332" y="2806123"/>
                    <a:pt x="6235893" y="2806123"/>
                  </a:cubicBezTo>
                  <a:lnTo>
                    <a:pt x="4053340" y="2806123"/>
                  </a:lnTo>
                  <a:lnTo>
                    <a:pt x="4053340" y="623608"/>
                  </a:lnTo>
                  <a:cubicBezTo>
                    <a:pt x="4053340" y="279208"/>
                    <a:pt x="3774171" y="0"/>
                    <a:pt x="3429731" y="0"/>
                  </a:cubicBezTo>
                  <a:cubicBezTo>
                    <a:pt x="3085330" y="0"/>
                    <a:pt x="2806123" y="279208"/>
                    <a:pt x="2806123" y="623608"/>
                  </a:cubicBezTo>
                  <a:lnTo>
                    <a:pt x="2806123" y="2806161"/>
                  </a:lnTo>
                  <a:lnTo>
                    <a:pt x="623608" y="2806161"/>
                  </a:lnTo>
                  <a:cubicBezTo>
                    <a:pt x="279208" y="2806161"/>
                    <a:pt x="0" y="3085369"/>
                    <a:pt x="0" y="3429731"/>
                  </a:cubicBezTo>
                  <a:cubicBezTo>
                    <a:pt x="0" y="3774132"/>
                    <a:pt x="279208" y="4053340"/>
                    <a:pt x="623608" y="4053340"/>
                  </a:cubicBezTo>
                  <a:lnTo>
                    <a:pt x="2806161" y="4053340"/>
                  </a:lnTo>
                  <a:lnTo>
                    <a:pt x="2806161" y="6235893"/>
                  </a:lnTo>
                  <a:cubicBezTo>
                    <a:pt x="2806161" y="6580293"/>
                    <a:pt x="3085369" y="6859501"/>
                    <a:pt x="3429770" y="6859501"/>
                  </a:cubicBezTo>
                  <a:cubicBezTo>
                    <a:pt x="3774171" y="6859501"/>
                    <a:pt x="4053340" y="6580293"/>
                    <a:pt x="4053340" y="6235893"/>
                  </a:cubicBezTo>
                  <a:close/>
                </a:path>
              </a:pathLst>
            </a:cu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endParaRPr lang="en-US" dirty="0"/>
            </a:p>
          </p:txBody>
        </p:sp>
        <p:sp useBgFill="1">
          <p:nvSpPr>
            <p:cNvPr id="13" name="Graphic 10">
              <a:extLst>
                <a:ext uri="{FF2B5EF4-FFF2-40B4-BE49-F238E27FC236}">
                  <a16:creationId xmlns:a16="http://schemas.microsoft.com/office/drawing/2014/main" id="{16514C65-F179-4953-B660-5FC6576979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2700000">
              <a:off x="8482021" y="62886"/>
              <a:ext cx="2322574" cy="2322574"/>
            </a:xfrm>
            <a:custGeom>
              <a:avLst/>
              <a:gdLst>
                <a:gd name="connsiteX0" fmla="*/ 4053340 w 6859500"/>
                <a:gd name="connsiteY0" fmla="*/ 6235893 h 6859500"/>
                <a:gd name="connsiteX1" fmla="*/ 4053340 w 6859500"/>
                <a:gd name="connsiteY1" fmla="*/ 4053340 h 6859500"/>
                <a:gd name="connsiteX2" fmla="*/ 6235893 w 6859500"/>
                <a:gd name="connsiteY2" fmla="*/ 4053340 h 6859500"/>
                <a:gd name="connsiteX3" fmla="*/ 6859501 w 6859500"/>
                <a:gd name="connsiteY3" fmla="*/ 3429731 h 6859500"/>
                <a:gd name="connsiteX4" fmla="*/ 6235893 w 6859500"/>
                <a:gd name="connsiteY4" fmla="*/ 2806123 h 6859500"/>
                <a:gd name="connsiteX5" fmla="*/ 4053340 w 6859500"/>
                <a:gd name="connsiteY5" fmla="*/ 2806123 h 6859500"/>
                <a:gd name="connsiteX6" fmla="*/ 4053340 w 6859500"/>
                <a:gd name="connsiteY6" fmla="*/ 623608 h 6859500"/>
                <a:gd name="connsiteX7" fmla="*/ 3429731 w 6859500"/>
                <a:gd name="connsiteY7" fmla="*/ 0 h 6859500"/>
                <a:gd name="connsiteX8" fmla="*/ 2806123 w 6859500"/>
                <a:gd name="connsiteY8" fmla="*/ 623608 h 6859500"/>
                <a:gd name="connsiteX9" fmla="*/ 2806123 w 6859500"/>
                <a:gd name="connsiteY9" fmla="*/ 2806161 h 6859500"/>
                <a:gd name="connsiteX10" fmla="*/ 623608 w 6859500"/>
                <a:gd name="connsiteY10" fmla="*/ 2806161 h 6859500"/>
                <a:gd name="connsiteX11" fmla="*/ 0 w 6859500"/>
                <a:gd name="connsiteY11" fmla="*/ 3429731 h 6859500"/>
                <a:gd name="connsiteX12" fmla="*/ 623608 w 6859500"/>
                <a:gd name="connsiteY12" fmla="*/ 4053340 h 6859500"/>
                <a:gd name="connsiteX13" fmla="*/ 2806161 w 6859500"/>
                <a:gd name="connsiteY13" fmla="*/ 4053340 h 6859500"/>
                <a:gd name="connsiteX14" fmla="*/ 2806161 w 6859500"/>
                <a:gd name="connsiteY14" fmla="*/ 6235893 h 6859500"/>
                <a:gd name="connsiteX15" fmla="*/ 3429770 w 6859500"/>
                <a:gd name="connsiteY15" fmla="*/ 6859501 h 6859500"/>
                <a:gd name="connsiteX16" fmla="*/ 4053340 w 6859500"/>
                <a:gd name="connsiteY16" fmla="*/ 6235893 h 6859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859500" h="6859500">
                  <a:moveTo>
                    <a:pt x="4053340" y="6235893"/>
                  </a:moveTo>
                  <a:lnTo>
                    <a:pt x="4053340" y="4053340"/>
                  </a:lnTo>
                  <a:lnTo>
                    <a:pt x="6235893" y="4053340"/>
                  </a:lnTo>
                  <a:cubicBezTo>
                    <a:pt x="6580293" y="4053340"/>
                    <a:pt x="6859501" y="3774132"/>
                    <a:pt x="6859501" y="3429731"/>
                  </a:cubicBezTo>
                  <a:cubicBezTo>
                    <a:pt x="6859501" y="3085330"/>
                    <a:pt x="6580332" y="2806123"/>
                    <a:pt x="6235893" y="2806123"/>
                  </a:cubicBezTo>
                  <a:lnTo>
                    <a:pt x="4053340" y="2806123"/>
                  </a:lnTo>
                  <a:lnTo>
                    <a:pt x="4053340" y="623608"/>
                  </a:lnTo>
                  <a:cubicBezTo>
                    <a:pt x="4053340" y="279208"/>
                    <a:pt x="3774171" y="0"/>
                    <a:pt x="3429731" y="0"/>
                  </a:cubicBezTo>
                  <a:cubicBezTo>
                    <a:pt x="3085330" y="0"/>
                    <a:pt x="2806123" y="279208"/>
                    <a:pt x="2806123" y="623608"/>
                  </a:cubicBezTo>
                  <a:lnTo>
                    <a:pt x="2806123" y="2806161"/>
                  </a:lnTo>
                  <a:lnTo>
                    <a:pt x="623608" y="2806161"/>
                  </a:lnTo>
                  <a:cubicBezTo>
                    <a:pt x="279208" y="2806161"/>
                    <a:pt x="0" y="3085369"/>
                    <a:pt x="0" y="3429731"/>
                  </a:cubicBezTo>
                  <a:cubicBezTo>
                    <a:pt x="0" y="3774132"/>
                    <a:pt x="279208" y="4053340"/>
                    <a:pt x="623608" y="4053340"/>
                  </a:cubicBezTo>
                  <a:lnTo>
                    <a:pt x="2806161" y="4053340"/>
                  </a:lnTo>
                  <a:lnTo>
                    <a:pt x="2806161" y="6235893"/>
                  </a:lnTo>
                  <a:cubicBezTo>
                    <a:pt x="2806161" y="6580293"/>
                    <a:pt x="3085369" y="6859501"/>
                    <a:pt x="3429770" y="6859501"/>
                  </a:cubicBezTo>
                  <a:cubicBezTo>
                    <a:pt x="3774171" y="6859501"/>
                    <a:pt x="4053340" y="6580293"/>
                    <a:pt x="4053340" y="6235893"/>
                  </a:cubicBezTo>
                  <a:close/>
                </a:path>
              </a:pathLst>
            </a:cu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endParaRPr lang="en-US" dirty="0"/>
            </a:p>
          </p:txBody>
        </p:sp>
        <p:sp useBgFill="1">
          <p:nvSpPr>
            <p:cNvPr id="14" name="Graphic 10">
              <a:extLst>
                <a:ext uri="{FF2B5EF4-FFF2-40B4-BE49-F238E27FC236}">
                  <a16:creationId xmlns:a16="http://schemas.microsoft.com/office/drawing/2014/main" id="{DF5DA89C-9FED-4AE0-8C36-20612E77FA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2700000">
              <a:off x="10578627" y="5015941"/>
              <a:ext cx="925287" cy="925287"/>
            </a:xfrm>
            <a:custGeom>
              <a:avLst/>
              <a:gdLst>
                <a:gd name="connsiteX0" fmla="*/ 4053340 w 6859500"/>
                <a:gd name="connsiteY0" fmla="*/ 6235893 h 6859500"/>
                <a:gd name="connsiteX1" fmla="*/ 4053340 w 6859500"/>
                <a:gd name="connsiteY1" fmla="*/ 4053340 h 6859500"/>
                <a:gd name="connsiteX2" fmla="*/ 6235893 w 6859500"/>
                <a:gd name="connsiteY2" fmla="*/ 4053340 h 6859500"/>
                <a:gd name="connsiteX3" fmla="*/ 6859501 w 6859500"/>
                <a:gd name="connsiteY3" fmla="*/ 3429731 h 6859500"/>
                <a:gd name="connsiteX4" fmla="*/ 6235893 w 6859500"/>
                <a:gd name="connsiteY4" fmla="*/ 2806123 h 6859500"/>
                <a:gd name="connsiteX5" fmla="*/ 4053340 w 6859500"/>
                <a:gd name="connsiteY5" fmla="*/ 2806123 h 6859500"/>
                <a:gd name="connsiteX6" fmla="*/ 4053340 w 6859500"/>
                <a:gd name="connsiteY6" fmla="*/ 623608 h 6859500"/>
                <a:gd name="connsiteX7" fmla="*/ 3429731 w 6859500"/>
                <a:gd name="connsiteY7" fmla="*/ 0 h 6859500"/>
                <a:gd name="connsiteX8" fmla="*/ 2806123 w 6859500"/>
                <a:gd name="connsiteY8" fmla="*/ 623608 h 6859500"/>
                <a:gd name="connsiteX9" fmla="*/ 2806123 w 6859500"/>
                <a:gd name="connsiteY9" fmla="*/ 2806161 h 6859500"/>
                <a:gd name="connsiteX10" fmla="*/ 623608 w 6859500"/>
                <a:gd name="connsiteY10" fmla="*/ 2806161 h 6859500"/>
                <a:gd name="connsiteX11" fmla="*/ 0 w 6859500"/>
                <a:gd name="connsiteY11" fmla="*/ 3429731 h 6859500"/>
                <a:gd name="connsiteX12" fmla="*/ 623608 w 6859500"/>
                <a:gd name="connsiteY12" fmla="*/ 4053340 h 6859500"/>
                <a:gd name="connsiteX13" fmla="*/ 2806161 w 6859500"/>
                <a:gd name="connsiteY13" fmla="*/ 4053340 h 6859500"/>
                <a:gd name="connsiteX14" fmla="*/ 2806161 w 6859500"/>
                <a:gd name="connsiteY14" fmla="*/ 6235893 h 6859500"/>
                <a:gd name="connsiteX15" fmla="*/ 3429770 w 6859500"/>
                <a:gd name="connsiteY15" fmla="*/ 6859501 h 6859500"/>
                <a:gd name="connsiteX16" fmla="*/ 4053340 w 6859500"/>
                <a:gd name="connsiteY16" fmla="*/ 6235893 h 6859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859500" h="6859500">
                  <a:moveTo>
                    <a:pt x="4053340" y="6235893"/>
                  </a:moveTo>
                  <a:lnTo>
                    <a:pt x="4053340" y="4053340"/>
                  </a:lnTo>
                  <a:lnTo>
                    <a:pt x="6235893" y="4053340"/>
                  </a:lnTo>
                  <a:cubicBezTo>
                    <a:pt x="6580293" y="4053340"/>
                    <a:pt x="6859501" y="3774132"/>
                    <a:pt x="6859501" y="3429731"/>
                  </a:cubicBezTo>
                  <a:cubicBezTo>
                    <a:pt x="6859501" y="3085330"/>
                    <a:pt x="6580332" y="2806123"/>
                    <a:pt x="6235893" y="2806123"/>
                  </a:cubicBezTo>
                  <a:lnTo>
                    <a:pt x="4053340" y="2806123"/>
                  </a:lnTo>
                  <a:lnTo>
                    <a:pt x="4053340" y="623608"/>
                  </a:lnTo>
                  <a:cubicBezTo>
                    <a:pt x="4053340" y="279208"/>
                    <a:pt x="3774171" y="0"/>
                    <a:pt x="3429731" y="0"/>
                  </a:cubicBezTo>
                  <a:cubicBezTo>
                    <a:pt x="3085330" y="0"/>
                    <a:pt x="2806123" y="279208"/>
                    <a:pt x="2806123" y="623608"/>
                  </a:cubicBezTo>
                  <a:lnTo>
                    <a:pt x="2806123" y="2806161"/>
                  </a:lnTo>
                  <a:lnTo>
                    <a:pt x="623608" y="2806161"/>
                  </a:lnTo>
                  <a:cubicBezTo>
                    <a:pt x="279208" y="2806161"/>
                    <a:pt x="0" y="3085369"/>
                    <a:pt x="0" y="3429731"/>
                  </a:cubicBezTo>
                  <a:cubicBezTo>
                    <a:pt x="0" y="3774132"/>
                    <a:pt x="279208" y="4053340"/>
                    <a:pt x="623608" y="4053340"/>
                  </a:cubicBezTo>
                  <a:lnTo>
                    <a:pt x="2806161" y="4053340"/>
                  </a:lnTo>
                  <a:lnTo>
                    <a:pt x="2806161" y="6235893"/>
                  </a:lnTo>
                  <a:cubicBezTo>
                    <a:pt x="2806161" y="6580293"/>
                    <a:pt x="3085369" y="6859501"/>
                    <a:pt x="3429770" y="6859501"/>
                  </a:cubicBezTo>
                  <a:cubicBezTo>
                    <a:pt x="3774171" y="6859501"/>
                    <a:pt x="4053340" y="6580293"/>
                    <a:pt x="4053340" y="6235893"/>
                  </a:cubicBezTo>
                  <a:close/>
                </a:path>
              </a:pathLst>
            </a:cu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endParaRPr lang="en-US" dirty="0"/>
            </a:p>
          </p:txBody>
        </p:sp>
        <p:sp useBgFill="1">
          <p:nvSpPr>
            <p:cNvPr id="15" name="Oval 14">
              <a:extLst>
                <a:ext uri="{FF2B5EF4-FFF2-40B4-BE49-F238E27FC236}">
                  <a16:creationId xmlns:a16="http://schemas.microsoft.com/office/drawing/2014/main" id="{FB98224C-F1DB-4F10-9B7F-93B86BA13F4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11622685" y="6102941"/>
              <a:ext cx="261660" cy="261660"/>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endParaRPr lang="en-US"/>
            </a:p>
          </p:txBody>
        </p:sp>
        <p:sp useBgFill="1">
          <p:nvSpPr>
            <p:cNvPr id="16" name="Oval 15">
              <a:extLst>
                <a:ext uri="{FF2B5EF4-FFF2-40B4-BE49-F238E27FC236}">
                  <a16:creationId xmlns:a16="http://schemas.microsoft.com/office/drawing/2014/main" id="{9AE1FC9E-06C9-4A12-8BE7-766C3DA8B9A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11352354" y="406586"/>
              <a:ext cx="474023" cy="474023"/>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endParaRPr lang="en-US"/>
            </a:p>
          </p:txBody>
        </p:sp>
        <p:sp useBgFill="1">
          <p:nvSpPr>
            <p:cNvPr id="17" name="Oval 16">
              <a:extLst>
                <a:ext uri="{FF2B5EF4-FFF2-40B4-BE49-F238E27FC236}">
                  <a16:creationId xmlns:a16="http://schemas.microsoft.com/office/drawing/2014/main" id="{29954B75-D8C7-439C-A014-E644E3E2C0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1678231" y="427615"/>
              <a:ext cx="334385" cy="334385"/>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endParaRPr lang="en-US" dirty="0"/>
            </a:p>
          </p:txBody>
        </p:sp>
      </p:grpSp>
      <p:sp useBgFill="1">
        <p:nvSpPr>
          <p:cNvPr id="19" name="Rectangle 18">
            <a:extLst>
              <a:ext uri="{FF2B5EF4-FFF2-40B4-BE49-F238E27FC236}">
                <a16:creationId xmlns:a16="http://schemas.microsoft.com/office/drawing/2014/main" id="{4E1EF4E8-5513-4BF5-BC41-04645281C6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3848" cap="flat">
            <a:noFill/>
            <a:prstDash val="solid"/>
            <a:miter/>
          </a:ln>
          <a:effectLst/>
        </p:spPr>
        <p:txBody>
          <a:bodyPr rtlCol="0" anchor="ctr"/>
          <a:lstStyle/>
          <a:p>
            <a:endParaRPr lang="en-US" dirty="0">
              <a:solidFill>
                <a:schemeClr val="tx1"/>
              </a:solidFill>
            </a:endParaRPr>
          </a:p>
        </p:txBody>
      </p:sp>
      <p:sp>
        <p:nvSpPr>
          <p:cNvPr id="21" name="Rectangle 20">
            <a:extLst>
              <a:ext uri="{FF2B5EF4-FFF2-40B4-BE49-F238E27FC236}">
                <a16:creationId xmlns:a16="http://schemas.microsoft.com/office/drawing/2014/main" id="{361EA5BB-A258-4E22-94F4-C79A441363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FFFFFF">
              <a:alpha val="10000"/>
            </a:srgbClr>
          </a:solidFill>
          <a:ln w="3848" cap="flat">
            <a:noFill/>
            <a:prstDash val="solid"/>
            <a:miter/>
          </a:ln>
          <a:effectLst/>
        </p:spPr>
        <p:txBody>
          <a:bodyPr rtlCol="0" anchor="ctr"/>
          <a:lstStyle/>
          <a:p>
            <a:endParaRPr lang="en-US" dirty="0">
              <a:solidFill>
                <a:schemeClr val="tx1"/>
              </a:solidFill>
            </a:endParaRPr>
          </a:p>
        </p:txBody>
      </p:sp>
      <p:grpSp>
        <p:nvGrpSpPr>
          <p:cNvPr id="23" name="Group 22">
            <a:extLst>
              <a:ext uri="{FF2B5EF4-FFF2-40B4-BE49-F238E27FC236}">
                <a16:creationId xmlns:a16="http://schemas.microsoft.com/office/drawing/2014/main" id="{AF7B2BB7-8E22-4794-9BDE-B71129D776F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7697" y="189413"/>
            <a:ext cx="2019905" cy="1778845"/>
            <a:chOff x="207697" y="189413"/>
            <a:chExt cx="2019905" cy="1778845"/>
          </a:xfrm>
        </p:grpSpPr>
        <p:sp useBgFill="1">
          <p:nvSpPr>
            <p:cNvPr id="24" name="Graphic 10">
              <a:extLst>
                <a:ext uri="{FF2B5EF4-FFF2-40B4-BE49-F238E27FC236}">
                  <a16:creationId xmlns:a16="http://schemas.microsoft.com/office/drawing/2014/main" id="{F2CC297A-905C-42B8-BFEC-55FB2FCF2EE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2700000">
              <a:off x="207697" y="189413"/>
              <a:ext cx="1261009" cy="1261009"/>
            </a:xfrm>
            <a:custGeom>
              <a:avLst/>
              <a:gdLst>
                <a:gd name="connsiteX0" fmla="*/ 4053340 w 6859500"/>
                <a:gd name="connsiteY0" fmla="*/ 6235893 h 6859500"/>
                <a:gd name="connsiteX1" fmla="*/ 4053340 w 6859500"/>
                <a:gd name="connsiteY1" fmla="*/ 4053340 h 6859500"/>
                <a:gd name="connsiteX2" fmla="*/ 6235893 w 6859500"/>
                <a:gd name="connsiteY2" fmla="*/ 4053340 h 6859500"/>
                <a:gd name="connsiteX3" fmla="*/ 6859501 w 6859500"/>
                <a:gd name="connsiteY3" fmla="*/ 3429731 h 6859500"/>
                <a:gd name="connsiteX4" fmla="*/ 6235893 w 6859500"/>
                <a:gd name="connsiteY4" fmla="*/ 2806123 h 6859500"/>
                <a:gd name="connsiteX5" fmla="*/ 4053340 w 6859500"/>
                <a:gd name="connsiteY5" fmla="*/ 2806123 h 6859500"/>
                <a:gd name="connsiteX6" fmla="*/ 4053340 w 6859500"/>
                <a:gd name="connsiteY6" fmla="*/ 623608 h 6859500"/>
                <a:gd name="connsiteX7" fmla="*/ 3429731 w 6859500"/>
                <a:gd name="connsiteY7" fmla="*/ 0 h 6859500"/>
                <a:gd name="connsiteX8" fmla="*/ 2806123 w 6859500"/>
                <a:gd name="connsiteY8" fmla="*/ 623608 h 6859500"/>
                <a:gd name="connsiteX9" fmla="*/ 2806123 w 6859500"/>
                <a:gd name="connsiteY9" fmla="*/ 2806161 h 6859500"/>
                <a:gd name="connsiteX10" fmla="*/ 623608 w 6859500"/>
                <a:gd name="connsiteY10" fmla="*/ 2806161 h 6859500"/>
                <a:gd name="connsiteX11" fmla="*/ 0 w 6859500"/>
                <a:gd name="connsiteY11" fmla="*/ 3429731 h 6859500"/>
                <a:gd name="connsiteX12" fmla="*/ 623608 w 6859500"/>
                <a:gd name="connsiteY12" fmla="*/ 4053340 h 6859500"/>
                <a:gd name="connsiteX13" fmla="*/ 2806161 w 6859500"/>
                <a:gd name="connsiteY13" fmla="*/ 4053340 h 6859500"/>
                <a:gd name="connsiteX14" fmla="*/ 2806161 w 6859500"/>
                <a:gd name="connsiteY14" fmla="*/ 6235893 h 6859500"/>
                <a:gd name="connsiteX15" fmla="*/ 3429770 w 6859500"/>
                <a:gd name="connsiteY15" fmla="*/ 6859501 h 6859500"/>
                <a:gd name="connsiteX16" fmla="*/ 4053340 w 6859500"/>
                <a:gd name="connsiteY16" fmla="*/ 6235893 h 6859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859500" h="6859500">
                  <a:moveTo>
                    <a:pt x="4053340" y="6235893"/>
                  </a:moveTo>
                  <a:lnTo>
                    <a:pt x="4053340" y="4053340"/>
                  </a:lnTo>
                  <a:lnTo>
                    <a:pt x="6235893" y="4053340"/>
                  </a:lnTo>
                  <a:cubicBezTo>
                    <a:pt x="6580293" y="4053340"/>
                    <a:pt x="6859501" y="3774132"/>
                    <a:pt x="6859501" y="3429731"/>
                  </a:cubicBezTo>
                  <a:cubicBezTo>
                    <a:pt x="6859501" y="3085330"/>
                    <a:pt x="6580332" y="2806123"/>
                    <a:pt x="6235893" y="2806123"/>
                  </a:cubicBezTo>
                  <a:lnTo>
                    <a:pt x="4053340" y="2806123"/>
                  </a:lnTo>
                  <a:lnTo>
                    <a:pt x="4053340" y="623608"/>
                  </a:lnTo>
                  <a:cubicBezTo>
                    <a:pt x="4053340" y="279208"/>
                    <a:pt x="3774171" y="0"/>
                    <a:pt x="3429731" y="0"/>
                  </a:cubicBezTo>
                  <a:cubicBezTo>
                    <a:pt x="3085330" y="0"/>
                    <a:pt x="2806123" y="279208"/>
                    <a:pt x="2806123" y="623608"/>
                  </a:cubicBezTo>
                  <a:lnTo>
                    <a:pt x="2806123" y="2806161"/>
                  </a:lnTo>
                  <a:lnTo>
                    <a:pt x="623608" y="2806161"/>
                  </a:lnTo>
                  <a:cubicBezTo>
                    <a:pt x="279208" y="2806161"/>
                    <a:pt x="0" y="3085369"/>
                    <a:pt x="0" y="3429731"/>
                  </a:cubicBezTo>
                  <a:cubicBezTo>
                    <a:pt x="0" y="3774132"/>
                    <a:pt x="279208" y="4053340"/>
                    <a:pt x="623608" y="4053340"/>
                  </a:cubicBezTo>
                  <a:lnTo>
                    <a:pt x="2806161" y="4053340"/>
                  </a:lnTo>
                  <a:lnTo>
                    <a:pt x="2806161" y="6235893"/>
                  </a:lnTo>
                  <a:cubicBezTo>
                    <a:pt x="2806161" y="6580293"/>
                    <a:pt x="3085369" y="6859501"/>
                    <a:pt x="3429770" y="6859501"/>
                  </a:cubicBezTo>
                  <a:cubicBezTo>
                    <a:pt x="3774171" y="6859501"/>
                    <a:pt x="4053340" y="6580293"/>
                    <a:pt x="4053340" y="6235893"/>
                  </a:cubicBezTo>
                  <a:close/>
                </a:path>
              </a:pathLst>
            </a:cu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endParaRPr lang="en-US"/>
            </a:p>
          </p:txBody>
        </p:sp>
        <p:sp useBgFill="1">
          <p:nvSpPr>
            <p:cNvPr id="25" name="Oval 24">
              <a:extLst>
                <a:ext uri="{FF2B5EF4-FFF2-40B4-BE49-F238E27FC236}">
                  <a16:creationId xmlns:a16="http://schemas.microsoft.com/office/drawing/2014/main" id="{895FAF0E-8EDF-4055-9578-394F1ACB3C1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689661" y="1671181"/>
              <a:ext cx="297077" cy="297077"/>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endParaRPr lang="en-US" dirty="0"/>
            </a:p>
          </p:txBody>
        </p:sp>
        <p:sp useBgFill="1">
          <p:nvSpPr>
            <p:cNvPr id="26" name="Oval 25">
              <a:extLst>
                <a:ext uri="{FF2B5EF4-FFF2-40B4-BE49-F238E27FC236}">
                  <a16:creationId xmlns:a16="http://schemas.microsoft.com/office/drawing/2014/main" id="{AEC4BAA7-1F27-4F25-9D16-9099BF9AC7E8}"/>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0800000">
              <a:off x="2017290" y="592943"/>
              <a:ext cx="210312" cy="210312"/>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endParaRPr lang="en-US"/>
            </a:p>
          </p:txBody>
        </p:sp>
      </p:grpSp>
      <p:sp>
        <p:nvSpPr>
          <p:cNvPr id="2" name="Title 1">
            <a:extLst>
              <a:ext uri="{FF2B5EF4-FFF2-40B4-BE49-F238E27FC236}">
                <a16:creationId xmlns:a16="http://schemas.microsoft.com/office/drawing/2014/main" id="{DFB5FF95-3206-D6F6-8E7F-9D0B120714EA}"/>
              </a:ext>
            </a:extLst>
          </p:cNvPr>
          <p:cNvSpPr>
            <a:spLocks noGrp="1"/>
          </p:cNvSpPr>
          <p:nvPr>
            <p:ph type="title"/>
          </p:nvPr>
        </p:nvSpPr>
        <p:spPr>
          <a:xfrm>
            <a:off x="485635" y="728905"/>
            <a:ext cx="3933965" cy="3184274"/>
          </a:xfrm>
        </p:spPr>
        <p:txBody>
          <a:bodyPr vert="horz" lIns="91440" tIns="45720" rIns="91440" bIns="45720" rtlCol="0" anchor="b">
            <a:normAutofit/>
          </a:bodyPr>
          <a:lstStyle/>
          <a:p>
            <a:r>
              <a:rPr lang="en-US" sz="3800" kern="1200">
                <a:solidFill>
                  <a:schemeClr val="tx1"/>
                </a:solidFill>
                <a:latin typeface="+mj-lt"/>
                <a:ea typeface="+mj-ea"/>
                <a:cs typeface="+mj-cs"/>
              </a:rPr>
              <a:t>Triangulacja wielokątów monotonicznych</a:t>
            </a:r>
          </a:p>
        </p:txBody>
      </p:sp>
      <p:pic>
        <p:nvPicPr>
          <p:cNvPr id="6" name="Content Placeholder 5" descr="A graph with red lines and blue dots&#10;&#10;Description automatically generated">
            <a:extLst>
              <a:ext uri="{FF2B5EF4-FFF2-40B4-BE49-F238E27FC236}">
                <a16:creationId xmlns:a16="http://schemas.microsoft.com/office/drawing/2014/main" id="{C1DECBF5-9DE6-C030-B01A-FEC326DADCCF}"/>
              </a:ext>
            </a:extLst>
          </p:cNvPr>
          <p:cNvPicPr>
            <a:picLocks noGrp="1" noChangeAspect="1"/>
          </p:cNvPicPr>
          <p:nvPr>
            <p:ph idx="1"/>
          </p:nvPr>
        </p:nvPicPr>
        <p:blipFill>
          <a:blip r:embed="rId2"/>
          <a:stretch>
            <a:fillRect/>
          </a:stretch>
        </p:blipFill>
        <p:spPr>
          <a:xfrm>
            <a:off x="4953000" y="991737"/>
            <a:ext cx="6689185" cy="4916550"/>
          </a:xfrm>
          <a:prstGeom prst="rect">
            <a:avLst/>
          </a:prstGeom>
        </p:spPr>
      </p:pic>
      <p:sp useBgFill="1">
        <p:nvSpPr>
          <p:cNvPr id="28" name="Oval 27">
            <a:extLst>
              <a:ext uri="{FF2B5EF4-FFF2-40B4-BE49-F238E27FC236}">
                <a16:creationId xmlns:a16="http://schemas.microsoft.com/office/drawing/2014/main" id="{8333FD0A-502E-4A24-8E99-5496F09DC71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11470962" y="5630260"/>
            <a:ext cx="355414" cy="355414"/>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endParaRPr lang="en-US"/>
          </a:p>
        </p:txBody>
      </p:sp>
    </p:spTree>
    <p:extLst>
      <p:ext uri="{BB962C8B-B14F-4D97-AF65-F5344CB8AC3E}">
        <p14:creationId xmlns:p14="http://schemas.microsoft.com/office/powerpoint/2010/main" val="271571498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0F9C17-136E-EDBD-1791-88C6C7E83478}"/>
              </a:ext>
            </a:extLst>
          </p:cNvPr>
          <p:cNvSpPr>
            <a:spLocks noGrp="1"/>
          </p:cNvSpPr>
          <p:nvPr>
            <p:ph type="title"/>
          </p:nvPr>
        </p:nvSpPr>
        <p:spPr/>
        <p:txBody>
          <a:bodyPr>
            <a:normAutofit fontScale="90000"/>
          </a:bodyPr>
          <a:lstStyle/>
          <a:p>
            <a:r>
              <a:rPr lang="en-US" dirty="0" err="1">
                <a:ea typeface="+mj-lt"/>
                <a:cs typeface="+mj-lt"/>
              </a:rPr>
              <a:t>Konwersja</a:t>
            </a:r>
            <a:r>
              <a:rPr lang="en-US" dirty="0">
                <a:ea typeface="+mj-lt"/>
                <a:cs typeface="+mj-lt"/>
              </a:rPr>
              <a:t> </a:t>
            </a:r>
            <a:r>
              <a:rPr lang="en-US" dirty="0" err="1">
                <a:ea typeface="+mj-lt"/>
                <a:cs typeface="+mj-lt"/>
              </a:rPr>
              <a:t>punktów</a:t>
            </a:r>
            <a:r>
              <a:rPr lang="en-US" dirty="0">
                <a:ea typeface="+mj-lt"/>
                <a:cs typeface="+mj-lt"/>
              </a:rPr>
              <a:t> </a:t>
            </a:r>
            <a:r>
              <a:rPr lang="en-US" dirty="0" err="1">
                <a:ea typeface="+mj-lt"/>
                <a:cs typeface="+mj-lt"/>
              </a:rPr>
              <a:t>i</a:t>
            </a:r>
            <a:r>
              <a:rPr lang="en-US" dirty="0">
                <a:ea typeface="+mj-lt"/>
                <a:cs typeface="+mj-lt"/>
              </a:rPr>
              <a:t> </a:t>
            </a:r>
            <a:r>
              <a:rPr lang="en-US" dirty="0" err="1">
                <a:ea typeface="+mj-lt"/>
                <a:cs typeface="+mj-lt"/>
              </a:rPr>
              <a:t>przekątnych</a:t>
            </a:r>
            <a:r>
              <a:rPr lang="en-US" dirty="0">
                <a:ea typeface="+mj-lt"/>
                <a:cs typeface="+mj-lt"/>
              </a:rPr>
              <a:t> </a:t>
            </a:r>
            <a:r>
              <a:rPr lang="en-US" dirty="0" err="1">
                <a:ea typeface="+mj-lt"/>
                <a:cs typeface="+mj-lt"/>
              </a:rPr>
              <a:t>na</a:t>
            </a:r>
            <a:r>
              <a:rPr lang="en-US" dirty="0">
                <a:ea typeface="+mj-lt"/>
                <a:cs typeface="+mj-lt"/>
              </a:rPr>
              <a:t> </a:t>
            </a:r>
            <a:r>
              <a:rPr lang="en-US" dirty="0" err="1">
                <a:ea typeface="+mj-lt"/>
                <a:cs typeface="+mj-lt"/>
              </a:rPr>
              <a:t>poszczególne</a:t>
            </a:r>
            <a:r>
              <a:rPr lang="en-US" dirty="0">
                <a:ea typeface="+mj-lt"/>
                <a:cs typeface="+mj-lt"/>
              </a:rPr>
              <a:t> </a:t>
            </a:r>
            <a:r>
              <a:rPr lang="en-US" dirty="0" err="1">
                <a:ea typeface="+mj-lt"/>
                <a:cs typeface="+mj-lt"/>
              </a:rPr>
              <a:t>wielokąty</a:t>
            </a:r>
            <a:r>
              <a:rPr lang="en-US" dirty="0">
                <a:ea typeface="+mj-lt"/>
                <a:cs typeface="+mj-lt"/>
              </a:rPr>
              <a:t> y-</a:t>
            </a:r>
            <a:r>
              <a:rPr lang="en-US" dirty="0" err="1">
                <a:ea typeface="+mj-lt"/>
                <a:cs typeface="+mj-lt"/>
              </a:rPr>
              <a:t>monotoniczne</a:t>
            </a:r>
            <a:endParaRPr lang="en-US" dirty="0" err="1"/>
          </a:p>
        </p:txBody>
      </p:sp>
      <p:sp>
        <p:nvSpPr>
          <p:cNvPr id="3" name="Content Placeholder 2">
            <a:extLst>
              <a:ext uri="{FF2B5EF4-FFF2-40B4-BE49-F238E27FC236}">
                <a16:creationId xmlns:a16="http://schemas.microsoft.com/office/drawing/2014/main" id="{CBBA6EDF-626D-8791-68E3-E27EDCB90381}"/>
              </a:ext>
            </a:extLst>
          </p:cNvPr>
          <p:cNvSpPr>
            <a:spLocks noGrp="1"/>
          </p:cNvSpPr>
          <p:nvPr>
            <p:ph idx="1"/>
          </p:nvPr>
        </p:nvSpPr>
        <p:spPr/>
        <p:txBody>
          <a:bodyPr vert="horz" lIns="91440" tIns="45720" rIns="91440" bIns="45720" rtlCol="0" anchor="t">
            <a:normAutofit/>
          </a:bodyPr>
          <a:lstStyle/>
          <a:p>
            <a:pPr marL="0" indent="0">
              <a:buNone/>
            </a:pPr>
            <a:r>
              <a:rPr lang="pl-PL" dirty="0">
                <a:ea typeface="+mn-lt"/>
                <a:cs typeface="+mn-lt"/>
              </a:rPr>
              <a:t>Sporządzimy listę punktów, jako strukturę gdzie każdy punkt posiada zbiór innych punktów z których możemy do niego dotrzeć na podstawia otrzymanych przekątnych.</a:t>
            </a:r>
          </a:p>
          <a:p>
            <a:pPr marL="0" indent="0">
              <a:buNone/>
            </a:pPr>
            <a:endParaRPr lang="pl-PL" dirty="0">
              <a:ea typeface="Open sans"/>
              <a:cs typeface="Open sans"/>
            </a:endParaRPr>
          </a:p>
          <a:p>
            <a:pPr marL="0" indent="0">
              <a:buNone/>
            </a:pPr>
            <a:r>
              <a:rPr lang="pl-PL" dirty="0">
                <a:ea typeface="+mn-lt"/>
                <a:cs typeface="+mn-lt"/>
              </a:rPr>
              <a:t>Posłużymy się następnie lekko zmodyfikowanym algorytmem przeszukiwania wzdłuż. Dla każdego punktu będziemy szukać ścieżek w których wracamy do punktu startu. Jedyne na co musimy uważać, to aby od razu nie wrócić się do tego samego punktu. Po znalezieniu takiej ścieżki usuwamy połączenia ze struktury i próbujemy dla kolejnego punktu.</a:t>
            </a:r>
          </a:p>
        </p:txBody>
      </p:sp>
    </p:spTree>
    <p:extLst>
      <p:ext uri="{BB962C8B-B14F-4D97-AF65-F5344CB8AC3E}">
        <p14:creationId xmlns:p14="http://schemas.microsoft.com/office/powerpoint/2010/main" val="75423062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CE9195-B63C-A9F7-BA08-5617C4B26CC9}"/>
              </a:ext>
            </a:extLst>
          </p:cNvPr>
          <p:cNvSpPr>
            <a:spLocks noGrp="1"/>
          </p:cNvSpPr>
          <p:nvPr>
            <p:ph type="title"/>
          </p:nvPr>
        </p:nvSpPr>
        <p:spPr>
          <a:xfrm>
            <a:off x="838200" y="365125"/>
            <a:ext cx="10515600" cy="1350546"/>
          </a:xfrm>
        </p:spPr>
        <p:txBody>
          <a:bodyPr/>
          <a:lstStyle/>
          <a:p>
            <a:r>
              <a:rPr lang="en-US" dirty="0" err="1">
                <a:ea typeface="+mj-lt"/>
                <a:cs typeface="+mj-lt"/>
              </a:rPr>
              <a:t>Triangulacja</a:t>
            </a:r>
            <a:r>
              <a:rPr lang="en-US" dirty="0">
                <a:ea typeface="+mj-lt"/>
                <a:cs typeface="+mj-lt"/>
              </a:rPr>
              <a:t> </a:t>
            </a:r>
            <a:r>
              <a:rPr lang="en-US" dirty="0" err="1">
                <a:ea typeface="+mj-lt"/>
                <a:cs typeface="+mj-lt"/>
              </a:rPr>
              <a:t>kolejnych</a:t>
            </a:r>
            <a:r>
              <a:rPr lang="en-US" dirty="0">
                <a:ea typeface="+mj-lt"/>
                <a:cs typeface="+mj-lt"/>
              </a:rPr>
              <a:t> </a:t>
            </a:r>
            <a:r>
              <a:rPr lang="en-US" dirty="0" err="1">
                <a:ea typeface="+mj-lt"/>
                <a:cs typeface="+mj-lt"/>
              </a:rPr>
              <a:t>wielokątów</a:t>
            </a:r>
            <a:r>
              <a:rPr lang="en-US" dirty="0">
                <a:ea typeface="+mj-lt"/>
                <a:cs typeface="+mj-lt"/>
              </a:rPr>
              <a:t> y-</a:t>
            </a:r>
            <a:r>
              <a:rPr lang="en-US" dirty="0" err="1">
                <a:ea typeface="+mj-lt"/>
                <a:cs typeface="+mj-lt"/>
              </a:rPr>
              <a:t>monotonicznych</a:t>
            </a:r>
            <a:endParaRPr lang="en-US" dirty="0" err="1"/>
          </a:p>
        </p:txBody>
      </p:sp>
      <p:sp>
        <p:nvSpPr>
          <p:cNvPr id="3" name="Content Placeholder 2">
            <a:extLst>
              <a:ext uri="{FF2B5EF4-FFF2-40B4-BE49-F238E27FC236}">
                <a16:creationId xmlns:a16="http://schemas.microsoft.com/office/drawing/2014/main" id="{53112BD0-5CD3-67FC-B2C3-6E69AC45B0F3}"/>
              </a:ext>
            </a:extLst>
          </p:cNvPr>
          <p:cNvSpPr>
            <a:spLocks noGrp="1"/>
          </p:cNvSpPr>
          <p:nvPr>
            <p:ph idx="1"/>
          </p:nvPr>
        </p:nvSpPr>
        <p:spPr>
          <a:xfrm>
            <a:off x="838200" y="1825625"/>
            <a:ext cx="10515600" cy="4900977"/>
          </a:xfrm>
        </p:spPr>
        <p:txBody>
          <a:bodyPr vert="horz" lIns="91440" tIns="45720" rIns="91440" bIns="45720" rtlCol="0" anchor="t">
            <a:normAutofit lnSpcReduction="10000"/>
          </a:bodyPr>
          <a:lstStyle/>
          <a:p>
            <a:r>
              <a:rPr lang="pl-PL" dirty="0">
                <a:ea typeface="+mn-lt"/>
                <a:cs typeface="+mn-lt"/>
              </a:rPr>
              <a:t>Określamy lewy i prawy łańcuch wielokąta względem kierunku monotoniczności</a:t>
            </a:r>
          </a:p>
          <a:p>
            <a:r>
              <a:rPr lang="pl-PL" dirty="0">
                <a:ea typeface="+mn-lt"/>
                <a:cs typeface="+mn-lt"/>
              </a:rPr>
              <a:t>Porządkujemy wierzchołki wzdłuż kierunku monotoniczności</a:t>
            </a:r>
          </a:p>
          <a:p>
            <a:r>
              <a:rPr lang="pl-PL" dirty="0">
                <a:ea typeface="+mn-lt"/>
                <a:cs typeface="+mn-lt"/>
              </a:rPr>
              <a:t>Wkładamy dwa pierwsze wierzchołki na stos.</a:t>
            </a:r>
          </a:p>
          <a:p>
            <a:r>
              <a:rPr lang="pl-PL" dirty="0">
                <a:ea typeface="+mn-lt"/>
                <a:cs typeface="+mn-lt"/>
              </a:rPr>
              <a:t>Jeśli kolejny wierzchołek należy do innego łańcucha niż wierzchołek stanowiący szczyt stosu, to możemy go połączyć ze wszystkimi wierzchołkami na stosie. Na stosie zostają dwa wierzchołki, które były „zamiatane” ostatnie.</a:t>
            </a:r>
          </a:p>
          <a:p>
            <a:pPr lvl="1"/>
            <a:r>
              <a:rPr lang="pl-PL" dirty="0">
                <a:ea typeface="+mn-lt"/>
                <a:cs typeface="+mn-lt"/>
              </a:rPr>
              <a:t>Jeśli trójkąt należy do wielokąta, to dodajemy przekątną i usuwamy odpowiedni wierzchołek ze szczytu stosu</a:t>
            </a:r>
          </a:p>
          <a:p>
            <a:pPr lvl="1"/>
            <a:r>
              <a:rPr lang="pl-PL" dirty="0">
                <a:ea typeface="+mn-lt"/>
                <a:cs typeface="+mn-lt"/>
              </a:rPr>
              <a:t>w przeciwnym przypadku umieszczamy badane wierzchołki na stosie.</a:t>
            </a:r>
            <a:endParaRPr lang="pl-PL" dirty="0">
              <a:ea typeface="Open sans"/>
              <a:cs typeface="Open sans"/>
            </a:endParaRPr>
          </a:p>
        </p:txBody>
      </p:sp>
    </p:spTree>
    <p:extLst>
      <p:ext uri="{BB962C8B-B14F-4D97-AF65-F5344CB8AC3E}">
        <p14:creationId xmlns:p14="http://schemas.microsoft.com/office/powerpoint/2010/main" val="176059019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D91916A1-FEE7-41E7-BEE3-2B4941A6F30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75990" y="62886"/>
            <a:ext cx="11708355" cy="6301715"/>
            <a:chOff x="175990" y="62886"/>
            <a:chExt cx="11708355" cy="6301715"/>
          </a:xfrm>
        </p:grpSpPr>
        <p:sp useBgFill="1">
          <p:nvSpPr>
            <p:cNvPr id="10" name="Graphic 10">
              <a:extLst>
                <a:ext uri="{FF2B5EF4-FFF2-40B4-BE49-F238E27FC236}">
                  <a16:creationId xmlns:a16="http://schemas.microsoft.com/office/drawing/2014/main" id="{EAFF5F08-677C-4873-9274-02B6FE75104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2700000">
              <a:off x="175990" y="525742"/>
              <a:ext cx="1066799" cy="1066799"/>
            </a:xfrm>
            <a:custGeom>
              <a:avLst/>
              <a:gdLst>
                <a:gd name="connsiteX0" fmla="*/ 4053340 w 6859500"/>
                <a:gd name="connsiteY0" fmla="*/ 6235893 h 6859500"/>
                <a:gd name="connsiteX1" fmla="*/ 4053340 w 6859500"/>
                <a:gd name="connsiteY1" fmla="*/ 4053340 h 6859500"/>
                <a:gd name="connsiteX2" fmla="*/ 6235893 w 6859500"/>
                <a:gd name="connsiteY2" fmla="*/ 4053340 h 6859500"/>
                <a:gd name="connsiteX3" fmla="*/ 6859501 w 6859500"/>
                <a:gd name="connsiteY3" fmla="*/ 3429731 h 6859500"/>
                <a:gd name="connsiteX4" fmla="*/ 6235893 w 6859500"/>
                <a:gd name="connsiteY4" fmla="*/ 2806123 h 6859500"/>
                <a:gd name="connsiteX5" fmla="*/ 4053340 w 6859500"/>
                <a:gd name="connsiteY5" fmla="*/ 2806123 h 6859500"/>
                <a:gd name="connsiteX6" fmla="*/ 4053340 w 6859500"/>
                <a:gd name="connsiteY6" fmla="*/ 623608 h 6859500"/>
                <a:gd name="connsiteX7" fmla="*/ 3429731 w 6859500"/>
                <a:gd name="connsiteY7" fmla="*/ 0 h 6859500"/>
                <a:gd name="connsiteX8" fmla="*/ 2806123 w 6859500"/>
                <a:gd name="connsiteY8" fmla="*/ 623608 h 6859500"/>
                <a:gd name="connsiteX9" fmla="*/ 2806123 w 6859500"/>
                <a:gd name="connsiteY9" fmla="*/ 2806161 h 6859500"/>
                <a:gd name="connsiteX10" fmla="*/ 623608 w 6859500"/>
                <a:gd name="connsiteY10" fmla="*/ 2806161 h 6859500"/>
                <a:gd name="connsiteX11" fmla="*/ 0 w 6859500"/>
                <a:gd name="connsiteY11" fmla="*/ 3429731 h 6859500"/>
                <a:gd name="connsiteX12" fmla="*/ 623608 w 6859500"/>
                <a:gd name="connsiteY12" fmla="*/ 4053340 h 6859500"/>
                <a:gd name="connsiteX13" fmla="*/ 2806161 w 6859500"/>
                <a:gd name="connsiteY13" fmla="*/ 4053340 h 6859500"/>
                <a:gd name="connsiteX14" fmla="*/ 2806161 w 6859500"/>
                <a:gd name="connsiteY14" fmla="*/ 6235893 h 6859500"/>
                <a:gd name="connsiteX15" fmla="*/ 3429770 w 6859500"/>
                <a:gd name="connsiteY15" fmla="*/ 6859501 h 6859500"/>
                <a:gd name="connsiteX16" fmla="*/ 4053340 w 6859500"/>
                <a:gd name="connsiteY16" fmla="*/ 6235893 h 6859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859500" h="6859500">
                  <a:moveTo>
                    <a:pt x="4053340" y="6235893"/>
                  </a:moveTo>
                  <a:lnTo>
                    <a:pt x="4053340" y="4053340"/>
                  </a:lnTo>
                  <a:lnTo>
                    <a:pt x="6235893" y="4053340"/>
                  </a:lnTo>
                  <a:cubicBezTo>
                    <a:pt x="6580293" y="4053340"/>
                    <a:pt x="6859501" y="3774132"/>
                    <a:pt x="6859501" y="3429731"/>
                  </a:cubicBezTo>
                  <a:cubicBezTo>
                    <a:pt x="6859501" y="3085330"/>
                    <a:pt x="6580332" y="2806123"/>
                    <a:pt x="6235893" y="2806123"/>
                  </a:cubicBezTo>
                  <a:lnTo>
                    <a:pt x="4053340" y="2806123"/>
                  </a:lnTo>
                  <a:lnTo>
                    <a:pt x="4053340" y="623608"/>
                  </a:lnTo>
                  <a:cubicBezTo>
                    <a:pt x="4053340" y="279208"/>
                    <a:pt x="3774171" y="0"/>
                    <a:pt x="3429731" y="0"/>
                  </a:cubicBezTo>
                  <a:cubicBezTo>
                    <a:pt x="3085330" y="0"/>
                    <a:pt x="2806123" y="279208"/>
                    <a:pt x="2806123" y="623608"/>
                  </a:cubicBezTo>
                  <a:lnTo>
                    <a:pt x="2806123" y="2806161"/>
                  </a:lnTo>
                  <a:lnTo>
                    <a:pt x="623608" y="2806161"/>
                  </a:lnTo>
                  <a:cubicBezTo>
                    <a:pt x="279208" y="2806161"/>
                    <a:pt x="0" y="3085369"/>
                    <a:pt x="0" y="3429731"/>
                  </a:cubicBezTo>
                  <a:cubicBezTo>
                    <a:pt x="0" y="3774132"/>
                    <a:pt x="279208" y="4053340"/>
                    <a:pt x="623608" y="4053340"/>
                  </a:cubicBezTo>
                  <a:lnTo>
                    <a:pt x="2806161" y="4053340"/>
                  </a:lnTo>
                  <a:lnTo>
                    <a:pt x="2806161" y="6235893"/>
                  </a:lnTo>
                  <a:cubicBezTo>
                    <a:pt x="2806161" y="6580293"/>
                    <a:pt x="3085369" y="6859501"/>
                    <a:pt x="3429770" y="6859501"/>
                  </a:cubicBezTo>
                  <a:cubicBezTo>
                    <a:pt x="3774171" y="6859501"/>
                    <a:pt x="4053340" y="6580293"/>
                    <a:pt x="4053340" y="6235893"/>
                  </a:cubicBezTo>
                  <a:close/>
                </a:path>
              </a:pathLst>
            </a:cu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endParaRPr lang="en-US" dirty="0"/>
            </a:p>
          </p:txBody>
        </p:sp>
        <p:sp useBgFill="1">
          <p:nvSpPr>
            <p:cNvPr id="11" name="Graphic 10">
              <a:extLst>
                <a:ext uri="{FF2B5EF4-FFF2-40B4-BE49-F238E27FC236}">
                  <a16:creationId xmlns:a16="http://schemas.microsoft.com/office/drawing/2014/main" id="{16514C65-F179-4953-B660-5FC6576979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2700000">
              <a:off x="8482021" y="62886"/>
              <a:ext cx="2322574" cy="2322574"/>
            </a:xfrm>
            <a:custGeom>
              <a:avLst/>
              <a:gdLst>
                <a:gd name="connsiteX0" fmla="*/ 4053340 w 6859500"/>
                <a:gd name="connsiteY0" fmla="*/ 6235893 h 6859500"/>
                <a:gd name="connsiteX1" fmla="*/ 4053340 w 6859500"/>
                <a:gd name="connsiteY1" fmla="*/ 4053340 h 6859500"/>
                <a:gd name="connsiteX2" fmla="*/ 6235893 w 6859500"/>
                <a:gd name="connsiteY2" fmla="*/ 4053340 h 6859500"/>
                <a:gd name="connsiteX3" fmla="*/ 6859501 w 6859500"/>
                <a:gd name="connsiteY3" fmla="*/ 3429731 h 6859500"/>
                <a:gd name="connsiteX4" fmla="*/ 6235893 w 6859500"/>
                <a:gd name="connsiteY4" fmla="*/ 2806123 h 6859500"/>
                <a:gd name="connsiteX5" fmla="*/ 4053340 w 6859500"/>
                <a:gd name="connsiteY5" fmla="*/ 2806123 h 6859500"/>
                <a:gd name="connsiteX6" fmla="*/ 4053340 w 6859500"/>
                <a:gd name="connsiteY6" fmla="*/ 623608 h 6859500"/>
                <a:gd name="connsiteX7" fmla="*/ 3429731 w 6859500"/>
                <a:gd name="connsiteY7" fmla="*/ 0 h 6859500"/>
                <a:gd name="connsiteX8" fmla="*/ 2806123 w 6859500"/>
                <a:gd name="connsiteY8" fmla="*/ 623608 h 6859500"/>
                <a:gd name="connsiteX9" fmla="*/ 2806123 w 6859500"/>
                <a:gd name="connsiteY9" fmla="*/ 2806161 h 6859500"/>
                <a:gd name="connsiteX10" fmla="*/ 623608 w 6859500"/>
                <a:gd name="connsiteY10" fmla="*/ 2806161 h 6859500"/>
                <a:gd name="connsiteX11" fmla="*/ 0 w 6859500"/>
                <a:gd name="connsiteY11" fmla="*/ 3429731 h 6859500"/>
                <a:gd name="connsiteX12" fmla="*/ 623608 w 6859500"/>
                <a:gd name="connsiteY12" fmla="*/ 4053340 h 6859500"/>
                <a:gd name="connsiteX13" fmla="*/ 2806161 w 6859500"/>
                <a:gd name="connsiteY13" fmla="*/ 4053340 h 6859500"/>
                <a:gd name="connsiteX14" fmla="*/ 2806161 w 6859500"/>
                <a:gd name="connsiteY14" fmla="*/ 6235893 h 6859500"/>
                <a:gd name="connsiteX15" fmla="*/ 3429770 w 6859500"/>
                <a:gd name="connsiteY15" fmla="*/ 6859501 h 6859500"/>
                <a:gd name="connsiteX16" fmla="*/ 4053340 w 6859500"/>
                <a:gd name="connsiteY16" fmla="*/ 6235893 h 6859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859500" h="6859500">
                  <a:moveTo>
                    <a:pt x="4053340" y="6235893"/>
                  </a:moveTo>
                  <a:lnTo>
                    <a:pt x="4053340" y="4053340"/>
                  </a:lnTo>
                  <a:lnTo>
                    <a:pt x="6235893" y="4053340"/>
                  </a:lnTo>
                  <a:cubicBezTo>
                    <a:pt x="6580293" y="4053340"/>
                    <a:pt x="6859501" y="3774132"/>
                    <a:pt x="6859501" y="3429731"/>
                  </a:cubicBezTo>
                  <a:cubicBezTo>
                    <a:pt x="6859501" y="3085330"/>
                    <a:pt x="6580332" y="2806123"/>
                    <a:pt x="6235893" y="2806123"/>
                  </a:cubicBezTo>
                  <a:lnTo>
                    <a:pt x="4053340" y="2806123"/>
                  </a:lnTo>
                  <a:lnTo>
                    <a:pt x="4053340" y="623608"/>
                  </a:lnTo>
                  <a:cubicBezTo>
                    <a:pt x="4053340" y="279208"/>
                    <a:pt x="3774171" y="0"/>
                    <a:pt x="3429731" y="0"/>
                  </a:cubicBezTo>
                  <a:cubicBezTo>
                    <a:pt x="3085330" y="0"/>
                    <a:pt x="2806123" y="279208"/>
                    <a:pt x="2806123" y="623608"/>
                  </a:cubicBezTo>
                  <a:lnTo>
                    <a:pt x="2806123" y="2806161"/>
                  </a:lnTo>
                  <a:lnTo>
                    <a:pt x="623608" y="2806161"/>
                  </a:lnTo>
                  <a:cubicBezTo>
                    <a:pt x="279208" y="2806161"/>
                    <a:pt x="0" y="3085369"/>
                    <a:pt x="0" y="3429731"/>
                  </a:cubicBezTo>
                  <a:cubicBezTo>
                    <a:pt x="0" y="3774132"/>
                    <a:pt x="279208" y="4053340"/>
                    <a:pt x="623608" y="4053340"/>
                  </a:cubicBezTo>
                  <a:lnTo>
                    <a:pt x="2806161" y="4053340"/>
                  </a:lnTo>
                  <a:lnTo>
                    <a:pt x="2806161" y="6235893"/>
                  </a:lnTo>
                  <a:cubicBezTo>
                    <a:pt x="2806161" y="6580293"/>
                    <a:pt x="3085369" y="6859501"/>
                    <a:pt x="3429770" y="6859501"/>
                  </a:cubicBezTo>
                  <a:cubicBezTo>
                    <a:pt x="3774171" y="6859501"/>
                    <a:pt x="4053340" y="6580293"/>
                    <a:pt x="4053340" y="6235893"/>
                  </a:cubicBezTo>
                  <a:close/>
                </a:path>
              </a:pathLst>
            </a:cu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endParaRPr lang="en-US" dirty="0"/>
            </a:p>
          </p:txBody>
        </p:sp>
        <p:sp useBgFill="1">
          <p:nvSpPr>
            <p:cNvPr id="12" name="Graphic 10">
              <a:extLst>
                <a:ext uri="{FF2B5EF4-FFF2-40B4-BE49-F238E27FC236}">
                  <a16:creationId xmlns:a16="http://schemas.microsoft.com/office/drawing/2014/main" id="{DF5DA89C-9FED-4AE0-8C36-20612E77FA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2700000">
              <a:off x="10578627" y="5015941"/>
              <a:ext cx="925287" cy="925287"/>
            </a:xfrm>
            <a:custGeom>
              <a:avLst/>
              <a:gdLst>
                <a:gd name="connsiteX0" fmla="*/ 4053340 w 6859500"/>
                <a:gd name="connsiteY0" fmla="*/ 6235893 h 6859500"/>
                <a:gd name="connsiteX1" fmla="*/ 4053340 w 6859500"/>
                <a:gd name="connsiteY1" fmla="*/ 4053340 h 6859500"/>
                <a:gd name="connsiteX2" fmla="*/ 6235893 w 6859500"/>
                <a:gd name="connsiteY2" fmla="*/ 4053340 h 6859500"/>
                <a:gd name="connsiteX3" fmla="*/ 6859501 w 6859500"/>
                <a:gd name="connsiteY3" fmla="*/ 3429731 h 6859500"/>
                <a:gd name="connsiteX4" fmla="*/ 6235893 w 6859500"/>
                <a:gd name="connsiteY4" fmla="*/ 2806123 h 6859500"/>
                <a:gd name="connsiteX5" fmla="*/ 4053340 w 6859500"/>
                <a:gd name="connsiteY5" fmla="*/ 2806123 h 6859500"/>
                <a:gd name="connsiteX6" fmla="*/ 4053340 w 6859500"/>
                <a:gd name="connsiteY6" fmla="*/ 623608 h 6859500"/>
                <a:gd name="connsiteX7" fmla="*/ 3429731 w 6859500"/>
                <a:gd name="connsiteY7" fmla="*/ 0 h 6859500"/>
                <a:gd name="connsiteX8" fmla="*/ 2806123 w 6859500"/>
                <a:gd name="connsiteY8" fmla="*/ 623608 h 6859500"/>
                <a:gd name="connsiteX9" fmla="*/ 2806123 w 6859500"/>
                <a:gd name="connsiteY9" fmla="*/ 2806161 h 6859500"/>
                <a:gd name="connsiteX10" fmla="*/ 623608 w 6859500"/>
                <a:gd name="connsiteY10" fmla="*/ 2806161 h 6859500"/>
                <a:gd name="connsiteX11" fmla="*/ 0 w 6859500"/>
                <a:gd name="connsiteY11" fmla="*/ 3429731 h 6859500"/>
                <a:gd name="connsiteX12" fmla="*/ 623608 w 6859500"/>
                <a:gd name="connsiteY12" fmla="*/ 4053340 h 6859500"/>
                <a:gd name="connsiteX13" fmla="*/ 2806161 w 6859500"/>
                <a:gd name="connsiteY13" fmla="*/ 4053340 h 6859500"/>
                <a:gd name="connsiteX14" fmla="*/ 2806161 w 6859500"/>
                <a:gd name="connsiteY14" fmla="*/ 6235893 h 6859500"/>
                <a:gd name="connsiteX15" fmla="*/ 3429770 w 6859500"/>
                <a:gd name="connsiteY15" fmla="*/ 6859501 h 6859500"/>
                <a:gd name="connsiteX16" fmla="*/ 4053340 w 6859500"/>
                <a:gd name="connsiteY16" fmla="*/ 6235893 h 6859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859500" h="6859500">
                  <a:moveTo>
                    <a:pt x="4053340" y="6235893"/>
                  </a:moveTo>
                  <a:lnTo>
                    <a:pt x="4053340" y="4053340"/>
                  </a:lnTo>
                  <a:lnTo>
                    <a:pt x="6235893" y="4053340"/>
                  </a:lnTo>
                  <a:cubicBezTo>
                    <a:pt x="6580293" y="4053340"/>
                    <a:pt x="6859501" y="3774132"/>
                    <a:pt x="6859501" y="3429731"/>
                  </a:cubicBezTo>
                  <a:cubicBezTo>
                    <a:pt x="6859501" y="3085330"/>
                    <a:pt x="6580332" y="2806123"/>
                    <a:pt x="6235893" y="2806123"/>
                  </a:cubicBezTo>
                  <a:lnTo>
                    <a:pt x="4053340" y="2806123"/>
                  </a:lnTo>
                  <a:lnTo>
                    <a:pt x="4053340" y="623608"/>
                  </a:lnTo>
                  <a:cubicBezTo>
                    <a:pt x="4053340" y="279208"/>
                    <a:pt x="3774171" y="0"/>
                    <a:pt x="3429731" y="0"/>
                  </a:cubicBezTo>
                  <a:cubicBezTo>
                    <a:pt x="3085330" y="0"/>
                    <a:pt x="2806123" y="279208"/>
                    <a:pt x="2806123" y="623608"/>
                  </a:cubicBezTo>
                  <a:lnTo>
                    <a:pt x="2806123" y="2806161"/>
                  </a:lnTo>
                  <a:lnTo>
                    <a:pt x="623608" y="2806161"/>
                  </a:lnTo>
                  <a:cubicBezTo>
                    <a:pt x="279208" y="2806161"/>
                    <a:pt x="0" y="3085369"/>
                    <a:pt x="0" y="3429731"/>
                  </a:cubicBezTo>
                  <a:cubicBezTo>
                    <a:pt x="0" y="3774132"/>
                    <a:pt x="279208" y="4053340"/>
                    <a:pt x="623608" y="4053340"/>
                  </a:cubicBezTo>
                  <a:lnTo>
                    <a:pt x="2806161" y="4053340"/>
                  </a:lnTo>
                  <a:lnTo>
                    <a:pt x="2806161" y="6235893"/>
                  </a:lnTo>
                  <a:cubicBezTo>
                    <a:pt x="2806161" y="6580293"/>
                    <a:pt x="3085369" y="6859501"/>
                    <a:pt x="3429770" y="6859501"/>
                  </a:cubicBezTo>
                  <a:cubicBezTo>
                    <a:pt x="3774171" y="6859501"/>
                    <a:pt x="4053340" y="6580293"/>
                    <a:pt x="4053340" y="6235893"/>
                  </a:cubicBezTo>
                  <a:close/>
                </a:path>
              </a:pathLst>
            </a:cu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endParaRPr lang="en-US" dirty="0"/>
            </a:p>
          </p:txBody>
        </p:sp>
        <p:sp useBgFill="1">
          <p:nvSpPr>
            <p:cNvPr id="13" name="Oval 12">
              <a:extLst>
                <a:ext uri="{FF2B5EF4-FFF2-40B4-BE49-F238E27FC236}">
                  <a16:creationId xmlns:a16="http://schemas.microsoft.com/office/drawing/2014/main" id="{FB98224C-F1DB-4F10-9B7F-93B86BA13F4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11622685" y="6102941"/>
              <a:ext cx="261660" cy="261660"/>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endParaRPr lang="en-US"/>
            </a:p>
          </p:txBody>
        </p:sp>
        <p:sp useBgFill="1">
          <p:nvSpPr>
            <p:cNvPr id="14" name="Oval 13">
              <a:extLst>
                <a:ext uri="{FF2B5EF4-FFF2-40B4-BE49-F238E27FC236}">
                  <a16:creationId xmlns:a16="http://schemas.microsoft.com/office/drawing/2014/main" id="{9AE1FC9E-06C9-4A12-8BE7-766C3DA8B9A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11352354" y="406586"/>
              <a:ext cx="474023" cy="474023"/>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endParaRPr lang="en-US"/>
            </a:p>
          </p:txBody>
        </p:sp>
        <p:sp useBgFill="1">
          <p:nvSpPr>
            <p:cNvPr id="15" name="Oval 14">
              <a:extLst>
                <a:ext uri="{FF2B5EF4-FFF2-40B4-BE49-F238E27FC236}">
                  <a16:creationId xmlns:a16="http://schemas.microsoft.com/office/drawing/2014/main" id="{29954B75-D8C7-439C-A014-E644E3E2C0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1678231" y="427615"/>
              <a:ext cx="334385" cy="334385"/>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endParaRPr lang="en-US" dirty="0"/>
            </a:p>
          </p:txBody>
        </p:sp>
      </p:grpSp>
      <p:sp useBgFill="1">
        <p:nvSpPr>
          <p:cNvPr id="17" name="Rectangle 16">
            <a:extLst>
              <a:ext uri="{FF2B5EF4-FFF2-40B4-BE49-F238E27FC236}">
                <a16:creationId xmlns:a16="http://schemas.microsoft.com/office/drawing/2014/main" id="{4E1EF4E8-5513-4BF5-BC41-04645281C6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3848" cap="flat">
            <a:noFill/>
            <a:prstDash val="solid"/>
            <a:miter/>
          </a:ln>
          <a:effectLst/>
        </p:spPr>
        <p:txBody>
          <a:bodyPr rtlCol="0" anchor="ctr"/>
          <a:lstStyle/>
          <a:p>
            <a:endParaRPr lang="en-US" dirty="0">
              <a:solidFill>
                <a:schemeClr val="tx1"/>
              </a:solidFill>
            </a:endParaRPr>
          </a:p>
        </p:txBody>
      </p:sp>
      <p:sp>
        <p:nvSpPr>
          <p:cNvPr id="19" name="Rectangle 18">
            <a:extLst>
              <a:ext uri="{FF2B5EF4-FFF2-40B4-BE49-F238E27FC236}">
                <a16:creationId xmlns:a16="http://schemas.microsoft.com/office/drawing/2014/main" id="{361EA5BB-A258-4E22-94F4-C79A441363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FFFFFF">
              <a:alpha val="10000"/>
            </a:srgbClr>
          </a:solidFill>
          <a:ln w="3848" cap="flat">
            <a:noFill/>
            <a:prstDash val="solid"/>
            <a:miter/>
          </a:ln>
          <a:effectLst/>
        </p:spPr>
        <p:txBody>
          <a:bodyPr rtlCol="0" anchor="ctr"/>
          <a:lstStyle/>
          <a:p>
            <a:endParaRPr lang="en-US" dirty="0">
              <a:solidFill>
                <a:schemeClr val="tx1"/>
              </a:solidFill>
            </a:endParaRPr>
          </a:p>
        </p:txBody>
      </p:sp>
      <p:grpSp>
        <p:nvGrpSpPr>
          <p:cNvPr id="21" name="Group 20">
            <a:extLst>
              <a:ext uri="{FF2B5EF4-FFF2-40B4-BE49-F238E27FC236}">
                <a16:creationId xmlns:a16="http://schemas.microsoft.com/office/drawing/2014/main" id="{AF7B2BB7-8E22-4794-9BDE-B71129D776F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7697" y="189413"/>
            <a:ext cx="2019905" cy="1778845"/>
            <a:chOff x="207697" y="189413"/>
            <a:chExt cx="2019905" cy="1778845"/>
          </a:xfrm>
        </p:grpSpPr>
        <p:sp useBgFill="1">
          <p:nvSpPr>
            <p:cNvPr id="22" name="Graphic 10">
              <a:extLst>
                <a:ext uri="{FF2B5EF4-FFF2-40B4-BE49-F238E27FC236}">
                  <a16:creationId xmlns:a16="http://schemas.microsoft.com/office/drawing/2014/main" id="{F2CC297A-905C-42B8-BFEC-55FB2FCF2EE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2700000">
              <a:off x="207697" y="189413"/>
              <a:ext cx="1261009" cy="1261009"/>
            </a:xfrm>
            <a:custGeom>
              <a:avLst/>
              <a:gdLst>
                <a:gd name="connsiteX0" fmla="*/ 4053340 w 6859500"/>
                <a:gd name="connsiteY0" fmla="*/ 6235893 h 6859500"/>
                <a:gd name="connsiteX1" fmla="*/ 4053340 w 6859500"/>
                <a:gd name="connsiteY1" fmla="*/ 4053340 h 6859500"/>
                <a:gd name="connsiteX2" fmla="*/ 6235893 w 6859500"/>
                <a:gd name="connsiteY2" fmla="*/ 4053340 h 6859500"/>
                <a:gd name="connsiteX3" fmla="*/ 6859501 w 6859500"/>
                <a:gd name="connsiteY3" fmla="*/ 3429731 h 6859500"/>
                <a:gd name="connsiteX4" fmla="*/ 6235893 w 6859500"/>
                <a:gd name="connsiteY4" fmla="*/ 2806123 h 6859500"/>
                <a:gd name="connsiteX5" fmla="*/ 4053340 w 6859500"/>
                <a:gd name="connsiteY5" fmla="*/ 2806123 h 6859500"/>
                <a:gd name="connsiteX6" fmla="*/ 4053340 w 6859500"/>
                <a:gd name="connsiteY6" fmla="*/ 623608 h 6859500"/>
                <a:gd name="connsiteX7" fmla="*/ 3429731 w 6859500"/>
                <a:gd name="connsiteY7" fmla="*/ 0 h 6859500"/>
                <a:gd name="connsiteX8" fmla="*/ 2806123 w 6859500"/>
                <a:gd name="connsiteY8" fmla="*/ 623608 h 6859500"/>
                <a:gd name="connsiteX9" fmla="*/ 2806123 w 6859500"/>
                <a:gd name="connsiteY9" fmla="*/ 2806161 h 6859500"/>
                <a:gd name="connsiteX10" fmla="*/ 623608 w 6859500"/>
                <a:gd name="connsiteY10" fmla="*/ 2806161 h 6859500"/>
                <a:gd name="connsiteX11" fmla="*/ 0 w 6859500"/>
                <a:gd name="connsiteY11" fmla="*/ 3429731 h 6859500"/>
                <a:gd name="connsiteX12" fmla="*/ 623608 w 6859500"/>
                <a:gd name="connsiteY12" fmla="*/ 4053340 h 6859500"/>
                <a:gd name="connsiteX13" fmla="*/ 2806161 w 6859500"/>
                <a:gd name="connsiteY13" fmla="*/ 4053340 h 6859500"/>
                <a:gd name="connsiteX14" fmla="*/ 2806161 w 6859500"/>
                <a:gd name="connsiteY14" fmla="*/ 6235893 h 6859500"/>
                <a:gd name="connsiteX15" fmla="*/ 3429770 w 6859500"/>
                <a:gd name="connsiteY15" fmla="*/ 6859501 h 6859500"/>
                <a:gd name="connsiteX16" fmla="*/ 4053340 w 6859500"/>
                <a:gd name="connsiteY16" fmla="*/ 6235893 h 6859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859500" h="6859500">
                  <a:moveTo>
                    <a:pt x="4053340" y="6235893"/>
                  </a:moveTo>
                  <a:lnTo>
                    <a:pt x="4053340" y="4053340"/>
                  </a:lnTo>
                  <a:lnTo>
                    <a:pt x="6235893" y="4053340"/>
                  </a:lnTo>
                  <a:cubicBezTo>
                    <a:pt x="6580293" y="4053340"/>
                    <a:pt x="6859501" y="3774132"/>
                    <a:pt x="6859501" y="3429731"/>
                  </a:cubicBezTo>
                  <a:cubicBezTo>
                    <a:pt x="6859501" y="3085330"/>
                    <a:pt x="6580332" y="2806123"/>
                    <a:pt x="6235893" y="2806123"/>
                  </a:cubicBezTo>
                  <a:lnTo>
                    <a:pt x="4053340" y="2806123"/>
                  </a:lnTo>
                  <a:lnTo>
                    <a:pt x="4053340" y="623608"/>
                  </a:lnTo>
                  <a:cubicBezTo>
                    <a:pt x="4053340" y="279208"/>
                    <a:pt x="3774171" y="0"/>
                    <a:pt x="3429731" y="0"/>
                  </a:cubicBezTo>
                  <a:cubicBezTo>
                    <a:pt x="3085330" y="0"/>
                    <a:pt x="2806123" y="279208"/>
                    <a:pt x="2806123" y="623608"/>
                  </a:cubicBezTo>
                  <a:lnTo>
                    <a:pt x="2806123" y="2806161"/>
                  </a:lnTo>
                  <a:lnTo>
                    <a:pt x="623608" y="2806161"/>
                  </a:lnTo>
                  <a:cubicBezTo>
                    <a:pt x="279208" y="2806161"/>
                    <a:pt x="0" y="3085369"/>
                    <a:pt x="0" y="3429731"/>
                  </a:cubicBezTo>
                  <a:cubicBezTo>
                    <a:pt x="0" y="3774132"/>
                    <a:pt x="279208" y="4053340"/>
                    <a:pt x="623608" y="4053340"/>
                  </a:cubicBezTo>
                  <a:lnTo>
                    <a:pt x="2806161" y="4053340"/>
                  </a:lnTo>
                  <a:lnTo>
                    <a:pt x="2806161" y="6235893"/>
                  </a:lnTo>
                  <a:cubicBezTo>
                    <a:pt x="2806161" y="6580293"/>
                    <a:pt x="3085369" y="6859501"/>
                    <a:pt x="3429770" y="6859501"/>
                  </a:cubicBezTo>
                  <a:cubicBezTo>
                    <a:pt x="3774171" y="6859501"/>
                    <a:pt x="4053340" y="6580293"/>
                    <a:pt x="4053340" y="6235893"/>
                  </a:cubicBezTo>
                  <a:close/>
                </a:path>
              </a:pathLst>
            </a:cu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endParaRPr lang="en-US"/>
            </a:p>
          </p:txBody>
        </p:sp>
        <p:sp useBgFill="1">
          <p:nvSpPr>
            <p:cNvPr id="23" name="Oval 22">
              <a:extLst>
                <a:ext uri="{FF2B5EF4-FFF2-40B4-BE49-F238E27FC236}">
                  <a16:creationId xmlns:a16="http://schemas.microsoft.com/office/drawing/2014/main" id="{895FAF0E-8EDF-4055-9578-394F1ACB3C1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689661" y="1671181"/>
              <a:ext cx="297077" cy="297077"/>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endParaRPr lang="en-US" dirty="0"/>
            </a:p>
          </p:txBody>
        </p:sp>
        <p:sp useBgFill="1">
          <p:nvSpPr>
            <p:cNvPr id="24" name="Oval 23">
              <a:extLst>
                <a:ext uri="{FF2B5EF4-FFF2-40B4-BE49-F238E27FC236}">
                  <a16:creationId xmlns:a16="http://schemas.microsoft.com/office/drawing/2014/main" id="{AEC4BAA7-1F27-4F25-9D16-9099BF9AC7E8}"/>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0800000">
              <a:off x="2017290" y="592943"/>
              <a:ext cx="210312" cy="210312"/>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endParaRPr lang="en-US"/>
            </a:p>
          </p:txBody>
        </p:sp>
      </p:grpSp>
      <p:sp>
        <p:nvSpPr>
          <p:cNvPr id="2" name="Title 1">
            <a:extLst>
              <a:ext uri="{FF2B5EF4-FFF2-40B4-BE49-F238E27FC236}">
                <a16:creationId xmlns:a16="http://schemas.microsoft.com/office/drawing/2014/main" id="{5694232A-9143-D7E9-37AF-B49E29DED48F}"/>
              </a:ext>
            </a:extLst>
          </p:cNvPr>
          <p:cNvSpPr>
            <a:spLocks noGrp="1"/>
          </p:cNvSpPr>
          <p:nvPr>
            <p:ph type="title"/>
          </p:nvPr>
        </p:nvSpPr>
        <p:spPr>
          <a:xfrm>
            <a:off x="485635" y="728905"/>
            <a:ext cx="3933965" cy="3184274"/>
          </a:xfrm>
        </p:spPr>
        <p:txBody>
          <a:bodyPr vert="horz" lIns="91440" tIns="45720" rIns="91440" bIns="45720" rtlCol="0" anchor="b">
            <a:normAutofit/>
          </a:bodyPr>
          <a:lstStyle/>
          <a:p>
            <a:r>
              <a:rPr lang="en-US" sz="5400" kern="1200">
                <a:solidFill>
                  <a:schemeClr val="tx1"/>
                </a:solidFill>
                <a:latin typeface="+mj-lt"/>
                <a:ea typeface="+mj-ea"/>
                <a:cs typeface="+mj-cs"/>
              </a:rPr>
              <a:t>Rezultat triangulacji</a:t>
            </a:r>
          </a:p>
        </p:txBody>
      </p:sp>
      <p:pic>
        <p:nvPicPr>
          <p:cNvPr id="4" name="Content Placeholder 3">
            <a:extLst>
              <a:ext uri="{FF2B5EF4-FFF2-40B4-BE49-F238E27FC236}">
                <a16:creationId xmlns:a16="http://schemas.microsoft.com/office/drawing/2014/main" id="{056E3AB0-BEFB-4CDD-47F0-E4F8C44D8DBA}"/>
              </a:ext>
            </a:extLst>
          </p:cNvPr>
          <p:cNvPicPr>
            <a:picLocks noGrp="1" noChangeAspect="1"/>
          </p:cNvPicPr>
          <p:nvPr>
            <p:ph idx="1"/>
          </p:nvPr>
        </p:nvPicPr>
        <p:blipFill>
          <a:blip r:embed="rId2"/>
          <a:stretch>
            <a:fillRect/>
          </a:stretch>
        </p:blipFill>
        <p:spPr>
          <a:xfrm>
            <a:off x="4953000" y="841230"/>
            <a:ext cx="6689185" cy="5217565"/>
          </a:xfrm>
          <a:prstGeom prst="rect">
            <a:avLst/>
          </a:prstGeom>
        </p:spPr>
      </p:pic>
      <p:sp useBgFill="1">
        <p:nvSpPr>
          <p:cNvPr id="26" name="Oval 25">
            <a:extLst>
              <a:ext uri="{FF2B5EF4-FFF2-40B4-BE49-F238E27FC236}">
                <a16:creationId xmlns:a16="http://schemas.microsoft.com/office/drawing/2014/main" id="{8333FD0A-502E-4A24-8E99-5496F09DC71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11470962" y="5630260"/>
            <a:ext cx="355414" cy="355414"/>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endParaRPr lang="en-US"/>
          </a:p>
        </p:txBody>
      </p:sp>
    </p:spTree>
    <p:extLst>
      <p:ext uri="{BB962C8B-B14F-4D97-AF65-F5344CB8AC3E}">
        <p14:creationId xmlns:p14="http://schemas.microsoft.com/office/powerpoint/2010/main" val="242026243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C3C8BB-67DF-E092-E369-D80EB2E91007}"/>
              </a:ext>
            </a:extLst>
          </p:cNvPr>
          <p:cNvSpPr>
            <a:spLocks noGrp="1"/>
          </p:cNvSpPr>
          <p:nvPr>
            <p:ph type="title"/>
          </p:nvPr>
        </p:nvSpPr>
        <p:spPr/>
        <p:txBody>
          <a:bodyPr/>
          <a:lstStyle/>
          <a:p>
            <a:r>
              <a:rPr lang="en-US" dirty="0" err="1">
                <a:ea typeface="+mj-lt"/>
                <a:cs typeface="+mj-lt"/>
              </a:rPr>
              <a:t>Kompletny</a:t>
            </a:r>
            <a:r>
              <a:rPr lang="en-US" dirty="0">
                <a:ea typeface="+mj-lt"/>
                <a:cs typeface="+mj-lt"/>
              </a:rPr>
              <a:t> </a:t>
            </a:r>
            <a:r>
              <a:rPr lang="en-US" dirty="0" err="1">
                <a:ea typeface="+mj-lt"/>
                <a:cs typeface="+mj-lt"/>
              </a:rPr>
              <a:t>algorytm</a:t>
            </a:r>
            <a:endParaRPr lang="en-US" dirty="0" err="1"/>
          </a:p>
        </p:txBody>
      </p:sp>
      <p:sp>
        <p:nvSpPr>
          <p:cNvPr id="3" name="Content Placeholder 2">
            <a:extLst>
              <a:ext uri="{FF2B5EF4-FFF2-40B4-BE49-F238E27FC236}">
                <a16:creationId xmlns:a16="http://schemas.microsoft.com/office/drawing/2014/main" id="{6193080E-2886-9136-7CEA-E3378099C875}"/>
              </a:ext>
            </a:extLst>
          </p:cNvPr>
          <p:cNvSpPr>
            <a:spLocks noGrp="1"/>
          </p:cNvSpPr>
          <p:nvPr>
            <p:ph idx="1"/>
          </p:nvPr>
        </p:nvSpPr>
        <p:spPr>
          <a:xfrm>
            <a:off x="838200" y="1688216"/>
            <a:ext cx="10515600" cy="4701107"/>
          </a:xfrm>
        </p:spPr>
        <p:txBody>
          <a:bodyPr vert="horz" lIns="91440" tIns="45720" rIns="91440" bIns="45720" rtlCol="0" anchor="t">
            <a:normAutofit lnSpcReduction="10000"/>
          </a:bodyPr>
          <a:lstStyle/>
          <a:p>
            <a:r>
              <a:rPr lang="pl-PL" dirty="0">
                <a:ea typeface="+mn-lt"/>
                <a:cs typeface="+mn-lt"/>
              </a:rPr>
              <a:t>Dane wejściowe</a:t>
            </a:r>
            <a:endParaRPr lang="pl-PL" dirty="0">
              <a:ea typeface="Open sans"/>
              <a:cs typeface="Open sans"/>
            </a:endParaRPr>
          </a:p>
          <a:p>
            <a:pPr lvl="1"/>
            <a:r>
              <a:rPr lang="pl-PL" sz="2800" dirty="0">
                <a:ea typeface="+mn-lt"/>
                <a:cs typeface="+mn-lt"/>
              </a:rPr>
              <a:t>Wielokąt prosty zadany w postaci punktów w kierunku </a:t>
            </a:r>
            <a:br>
              <a:rPr lang="pl-PL" dirty="0"/>
            </a:br>
            <a:r>
              <a:rPr lang="pl-PL" sz="2800" dirty="0">
                <a:ea typeface="+mn-lt"/>
                <a:cs typeface="+mn-lt"/>
              </a:rPr>
              <a:t>przeciwnym do wskazówek zegara.</a:t>
            </a:r>
            <a:endParaRPr lang="pl-PL" dirty="0">
              <a:ea typeface="+mn-lt"/>
              <a:cs typeface="+mn-lt"/>
            </a:endParaRPr>
          </a:p>
          <a:p>
            <a:r>
              <a:rPr lang="pl-PL" dirty="0">
                <a:ea typeface="+mn-lt"/>
                <a:cs typeface="+mn-lt"/>
              </a:rPr>
              <a:t>Rezultat</a:t>
            </a:r>
          </a:p>
          <a:p>
            <a:pPr lvl="1"/>
            <a:r>
              <a:rPr lang="pl-PL" dirty="0">
                <a:ea typeface="+mn-lt"/>
                <a:cs typeface="+mn-lt"/>
              </a:rPr>
              <a:t>Triangulacja wielokąta prostego w postaci przekątnych, które należy dołożyć.</a:t>
            </a:r>
          </a:p>
          <a:p>
            <a:r>
              <a:rPr lang="pl-PL" dirty="0">
                <a:ea typeface="+mn-lt"/>
                <a:cs typeface="+mn-lt"/>
              </a:rPr>
              <a:t>Złożoność czasowa kompletnego algorytmu dla n wierzchołków: O(n*log(n))</a:t>
            </a:r>
          </a:p>
          <a:p>
            <a:r>
              <a:rPr lang="pl-PL" dirty="0">
                <a:ea typeface="+mn-lt"/>
                <a:cs typeface="+mn-lt"/>
              </a:rPr>
              <a:t>Złożoność pamięciowa kompletnego algorytmu dla n wierzchołków: </a:t>
            </a:r>
            <a:br>
              <a:rPr lang="pl-PL" dirty="0">
                <a:ea typeface="+mn-lt"/>
                <a:cs typeface="+mn-lt"/>
              </a:rPr>
            </a:br>
            <a:r>
              <a:rPr lang="pl-PL" dirty="0">
                <a:ea typeface="+mn-lt"/>
                <a:cs typeface="+mn-lt"/>
              </a:rPr>
              <a:t>O(n)</a:t>
            </a:r>
          </a:p>
        </p:txBody>
      </p:sp>
    </p:spTree>
    <p:extLst>
      <p:ext uri="{BB962C8B-B14F-4D97-AF65-F5344CB8AC3E}">
        <p14:creationId xmlns:p14="http://schemas.microsoft.com/office/powerpoint/2010/main" val="281246249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D91916A1-FEE7-41E7-BEE3-2B4941A6F30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75990" y="62886"/>
            <a:ext cx="11708355" cy="6301715"/>
            <a:chOff x="175990" y="62886"/>
            <a:chExt cx="11708355" cy="6301715"/>
          </a:xfrm>
        </p:grpSpPr>
        <p:sp useBgFill="1">
          <p:nvSpPr>
            <p:cNvPr id="9" name="Graphic 10">
              <a:extLst>
                <a:ext uri="{FF2B5EF4-FFF2-40B4-BE49-F238E27FC236}">
                  <a16:creationId xmlns:a16="http://schemas.microsoft.com/office/drawing/2014/main" id="{EAFF5F08-677C-4873-9274-02B6FE75104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2700000">
              <a:off x="175990" y="525742"/>
              <a:ext cx="1066799" cy="1066799"/>
            </a:xfrm>
            <a:custGeom>
              <a:avLst/>
              <a:gdLst>
                <a:gd name="connsiteX0" fmla="*/ 4053340 w 6859500"/>
                <a:gd name="connsiteY0" fmla="*/ 6235893 h 6859500"/>
                <a:gd name="connsiteX1" fmla="*/ 4053340 w 6859500"/>
                <a:gd name="connsiteY1" fmla="*/ 4053340 h 6859500"/>
                <a:gd name="connsiteX2" fmla="*/ 6235893 w 6859500"/>
                <a:gd name="connsiteY2" fmla="*/ 4053340 h 6859500"/>
                <a:gd name="connsiteX3" fmla="*/ 6859501 w 6859500"/>
                <a:gd name="connsiteY3" fmla="*/ 3429731 h 6859500"/>
                <a:gd name="connsiteX4" fmla="*/ 6235893 w 6859500"/>
                <a:gd name="connsiteY4" fmla="*/ 2806123 h 6859500"/>
                <a:gd name="connsiteX5" fmla="*/ 4053340 w 6859500"/>
                <a:gd name="connsiteY5" fmla="*/ 2806123 h 6859500"/>
                <a:gd name="connsiteX6" fmla="*/ 4053340 w 6859500"/>
                <a:gd name="connsiteY6" fmla="*/ 623608 h 6859500"/>
                <a:gd name="connsiteX7" fmla="*/ 3429731 w 6859500"/>
                <a:gd name="connsiteY7" fmla="*/ 0 h 6859500"/>
                <a:gd name="connsiteX8" fmla="*/ 2806123 w 6859500"/>
                <a:gd name="connsiteY8" fmla="*/ 623608 h 6859500"/>
                <a:gd name="connsiteX9" fmla="*/ 2806123 w 6859500"/>
                <a:gd name="connsiteY9" fmla="*/ 2806161 h 6859500"/>
                <a:gd name="connsiteX10" fmla="*/ 623608 w 6859500"/>
                <a:gd name="connsiteY10" fmla="*/ 2806161 h 6859500"/>
                <a:gd name="connsiteX11" fmla="*/ 0 w 6859500"/>
                <a:gd name="connsiteY11" fmla="*/ 3429731 h 6859500"/>
                <a:gd name="connsiteX12" fmla="*/ 623608 w 6859500"/>
                <a:gd name="connsiteY12" fmla="*/ 4053340 h 6859500"/>
                <a:gd name="connsiteX13" fmla="*/ 2806161 w 6859500"/>
                <a:gd name="connsiteY13" fmla="*/ 4053340 h 6859500"/>
                <a:gd name="connsiteX14" fmla="*/ 2806161 w 6859500"/>
                <a:gd name="connsiteY14" fmla="*/ 6235893 h 6859500"/>
                <a:gd name="connsiteX15" fmla="*/ 3429770 w 6859500"/>
                <a:gd name="connsiteY15" fmla="*/ 6859501 h 6859500"/>
                <a:gd name="connsiteX16" fmla="*/ 4053340 w 6859500"/>
                <a:gd name="connsiteY16" fmla="*/ 6235893 h 6859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859500" h="6859500">
                  <a:moveTo>
                    <a:pt x="4053340" y="6235893"/>
                  </a:moveTo>
                  <a:lnTo>
                    <a:pt x="4053340" y="4053340"/>
                  </a:lnTo>
                  <a:lnTo>
                    <a:pt x="6235893" y="4053340"/>
                  </a:lnTo>
                  <a:cubicBezTo>
                    <a:pt x="6580293" y="4053340"/>
                    <a:pt x="6859501" y="3774132"/>
                    <a:pt x="6859501" y="3429731"/>
                  </a:cubicBezTo>
                  <a:cubicBezTo>
                    <a:pt x="6859501" y="3085330"/>
                    <a:pt x="6580332" y="2806123"/>
                    <a:pt x="6235893" y="2806123"/>
                  </a:cubicBezTo>
                  <a:lnTo>
                    <a:pt x="4053340" y="2806123"/>
                  </a:lnTo>
                  <a:lnTo>
                    <a:pt x="4053340" y="623608"/>
                  </a:lnTo>
                  <a:cubicBezTo>
                    <a:pt x="4053340" y="279208"/>
                    <a:pt x="3774171" y="0"/>
                    <a:pt x="3429731" y="0"/>
                  </a:cubicBezTo>
                  <a:cubicBezTo>
                    <a:pt x="3085330" y="0"/>
                    <a:pt x="2806123" y="279208"/>
                    <a:pt x="2806123" y="623608"/>
                  </a:cubicBezTo>
                  <a:lnTo>
                    <a:pt x="2806123" y="2806161"/>
                  </a:lnTo>
                  <a:lnTo>
                    <a:pt x="623608" y="2806161"/>
                  </a:lnTo>
                  <a:cubicBezTo>
                    <a:pt x="279208" y="2806161"/>
                    <a:pt x="0" y="3085369"/>
                    <a:pt x="0" y="3429731"/>
                  </a:cubicBezTo>
                  <a:cubicBezTo>
                    <a:pt x="0" y="3774132"/>
                    <a:pt x="279208" y="4053340"/>
                    <a:pt x="623608" y="4053340"/>
                  </a:cubicBezTo>
                  <a:lnTo>
                    <a:pt x="2806161" y="4053340"/>
                  </a:lnTo>
                  <a:lnTo>
                    <a:pt x="2806161" y="6235893"/>
                  </a:lnTo>
                  <a:cubicBezTo>
                    <a:pt x="2806161" y="6580293"/>
                    <a:pt x="3085369" y="6859501"/>
                    <a:pt x="3429770" y="6859501"/>
                  </a:cubicBezTo>
                  <a:cubicBezTo>
                    <a:pt x="3774171" y="6859501"/>
                    <a:pt x="4053340" y="6580293"/>
                    <a:pt x="4053340" y="6235893"/>
                  </a:cubicBezTo>
                  <a:close/>
                </a:path>
              </a:pathLst>
            </a:cu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endParaRPr lang="en-US" dirty="0"/>
            </a:p>
          </p:txBody>
        </p:sp>
        <p:sp useBgFill="1">
          <p:nvSpPr>
            <p:cNvPr id="10" name="Graphic 10">
              <a:extLst>
                <a:ext uri="{FF2B5EF4-FFF2-40B4-BE49-F238E27FC236}">
                  <a16:creationId xmlns:a16="http://schemas.microsoft.com/office/drawing/2014/main" id="{16514C65-F179-4953-B660-5FC6576979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2700000">
              <a:off x="8482021" y="62886"/>
              <a:ext cx="2322574" cy="2322574"/>
            </a:xfrm>
            <a:custGeom>
              <a:avLst/>
              <a:gdLst>
                <a:gd name="connsiteX0" fmla="*/ 4053340 w 6859500"/>
                <a:gd name="connsiteY0" fmla="*/ 6235893 h 6859500"/>
                <a:gd name="connsiteX1" fmla="*/ 4053340 w 6859500"/>
                <a:gd name="connsiteY1" fmla="*/ 4053340 h 6859500"/>
                <a:gd name="connsiteX2" fmla="*/ 6235893 w 6859500"/>
                <a:gd name="connsiteY2" fmla="*/ 4053340 h 6859500"/>
                <a:gd name="connsiteX3" fmla="*/ 6859501 w 6859500"/>
                <a:gd name="connsiteY3" fmla="*/ 3429731 h 6859500"/>
                <a:gd name="connsiteX4" fmla="*/ 6235893 w 6859500"/>
                <a:gd name="connsiteY4" fmla="*/ 2806123 h 6859500"/>
                <a:gd name="connsiteX5" fmla="*/ 4053340 w 6859500"/>
                <a:gd name="connsiteY5" fmla="*/ 2806123 h 6859500"/>
                <a:gd name="connsiteX6" fmla="*/ 4053340 w 6859500"/>
                <a:gd name="connsiteY6" fmla="*/ 623608 h 6859500"/>
                <a:gd name="connsiteX7" fmla="*/ 3429731 w 6859500"/>
                <a:gd name="connsiteY7" fmla="*/ 0 h 6859500"/>
                <a:gd name="connsiteX8" fmla="*/ 2806123 w 6859500"/>
                <a:gd name="connsiteY8" fmla="*/ 623608 h 6859500"/>
                <a:gd name="connsiteX9" fmla="*/ 2806123 w 6859500"/>
                <a:gd name="connsiteY9" fmla="*/ 2806161 h 6859500"/>
                <a:gd name="connsiteX10" fmla="*/ 623608 w 6859500"/>
                <a:gd name="connsiteY10" fmla="*/ 2806161 h 6859500"/>
                <a:gd name="connsiteX11" fmla="*/ 0 w 6859500"/>
                <a:gd name="connsiteY11" fmla="*/ 3429731 h 6859500"/>
                <a:gd name="connsiteX12" fmla="*/ 623608 w 6859500"/>
                <a:gd name="connsiteY12" fmla="*/ 4053340 h 6859500"/>
                <a:gd name="connsiteX13" fmla="*/ 2806161 w 6859500"/>
                <a:gd name="connsiteY13" fmla="*/ 4053340 h 6859500"/>
                <a:gd name="connsiteX14" fmla="*/ 2806161 w 6859500"/>
                <a:gd name="connsiteY14" fmla="*/ 6235893 h 6859500"/>
                <a:gd name="connsiteX15" fmla="*/ 3429770 w 6859500"/>
                <a:gd name="connsiteY15" fmla="*/ 6859501 h 6859500"/>
                <a:gd name="connsiteX16" fmla="*/ 4053340 w 6859500"/>
                <a:gd name="connsiteY16" fmla="*/ 6235893 h 6859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859500" h="6859500">
                  <a:moveTo>
                    <a:pt x="4053340" y="6235893"/>
                  </a:moveTo>
                  <a:lnTo>
                    <a:pt x="4053340" y="4053340"/>
                  </a:lnTo>
                  <a:lnTo>
                    <a:pt x="6235893" y="4053340"/>
                  </a:lnTo>
                  <a:cubicBezTo>
                    <a:pt x="6580293" y="4053340"/>
                    <a:pt x="6859501" y="3774132"/>
                    <a:pt x="6859501" y="3429731"/>
                  </a:cubicBezTo>
                  <a:cubicBezTo>
                    <a:pt x="6859501" y="3085330"/>
                    <a:pt x="6580332" y="2806123"/>
                    <a:pt x="6235893" y="2806123"/>
                  </a:cubicBezTo>
                  <a:lnTo>
                    <a:pt x="4053340" y="2806123"/>
                  </a:lnTo>
                  <a:lnTo>
                    <a:pt x="4053340" y="623608"/>
                  </a:lnTo>
                  <a:cubicBezTo>
                    <a:pt x="4053340" y="279208"/>
                    <a:pt x="3774171" y="0"/>
                    <a:pt x="3429731" y="0"/>
                  </a:cubicBezTo>
                  <a:cubicBezTo>
                    <a:pt x="3085330" y="0"/>
                    <a:pt x="2806123" y="279208"/>
                    <a:pt x="2806123" y="623608"/>
                  </a:cubicBezTo>
                  <a:lnTo>
                    <a:pt x="2806123" y="2806161"/>
                  </a:lnTo>
                  <a:lnTo>
                    <a:pt x="623608" y="2806161"/>
                  </a:lnTo>
                  <a:cubicBezTo>
                    <a:pt x="279208" y="2806161"/>
                    <a:pt x="0" y="3085369"/>
                    <a:pt x="0" y="3429731"/>
                  </a:cubicBezTo>
                  <a:cubicBezTo>
                    <a:pt x="0" y="3774132"/>
                    <a:pt x="279208" y="4053340"/>
                    <a:pt x="623608" y="4053340"/>
                  </a:cubicBezTo>
                  <a:lnTo>
                    <a:pt x="2806161" y="4053340"/>
                  </a:lnTo>
                  <a:lnTo>
                    <a:pt x="2806161" y="6235893"/>
                  </a:lnTo>
                  <a:cubicBezTo>
                    <a:pt x="2806161" y="6580293"/>
                    <a:pt x="3085369" y="6859501"/>
                    <a:pt x="3429770" y="6859501"/>
                  </a:cubicBezTo>
                  <a:cubicBezTo>
                    <a:pt x="3774171" y="6859501"/>
                    <a:pt x="4053340" y="6580293"/>
                    <a:pt x="4053340" y="6235893"/>
                  </a:cubicBezTo>
                  <a:close/>
                </a:path>
              </a:pathLst>
            </a:cu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endParaRPr lang="en-US" dirty="0"/>
            </a:p>
          </p:txBody>
        </p:sp>
        <p:sp useBgFill="1">
          <p:nvSpPr>
            <p:cNvPr id="11" name="Graphic 10">
              <a:extLst>
                <a:ext uri="{FF2B5EF4-FFF2-40B4-BE49-F238E27FC236}">
                  <a16:creationId xmlns:a16="http://schemas.microsoft.com/office/drawing/2014/main" id="{DF5DA89C-9FED-4AE0-8C36-20612E77FA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2700000">
              <a:off x="10578627" y="5015941"/>
              <a:ext cx="925287" cy="925287"/>
            </a:xfrm>
            <a:custGeom>
              <a:avLst/>
              <a:gdLst>
                <a:gd name="connsiteX0" fmla="*/ 4053340 w 6859500"/>
                <a:gd name="connsiteY0" fmla="*/ 6235893 h 6859500"/>
                <a:gd name="connsiteX1" fmla="*/ 4053340 w 6859500"/>
                <a:gd name="connsiteY1" fmla="*/ 4053340 h 6859500"/>
                <a:gd name="connsiteX2" fmla="*/ 6235893 w 6859500"/>
                <a:gd name="connsiteY2" fmla="*/ 4053340 h 6859500"/>
                <a:gd name="connsiteX3" fmla="*/ 6859501 w 6859500"/>
                <a:gd name="connsiteY3" fmla="*/ 3429731 h 6859500"/>
                <a:gd name="connsiteX4" fmla="*/ 6235893 w 6859500"/>
                <a:gd name="connsiteY4" fmla="*/ 2806123 h 6859500"/>
                <a:gd name="connsiteX5" fmla="*/ 4053340 w 6859500"/>
                <a:gd name="connsiteY5" fmla="*/ 2806123 h 6859500"/>
                <a:gd name="connsiteX6" fmla="*/ 4053340 w 6859500"/>
                <a:gd name="connsiteY6" fmla="*/ 623608 h 6859500"/>
                <a:gd name="connsiteX7" fmla="*/ 3429731 w 6859500"/>
                <a:gd name="connsiteY7" fmla="*/ 0 h 6859500"/>
                <a:gd name="connsiteX8" fmla="*/ 2806123 w 6859500"/>
                <a:gd name="connsiteY8" fmla="*/ 623608 h 6859500"/>
                <a:gd name="connsiteX9" fmla="*/ 2806123 w 6859500"/>
                <a:gd name="connsiteY9" fmla="*/ 2806161 h 6859500"/>
                <a:gd name="connsiteX10" fmla="*/ 623608 w 6859500"/>
                <a:gd name="connsiteY10" fmla="*/ 2806161 h 6859500"/>
                <a:gd name="connsiteX11" fmla="*/ 0 w 6859500"/>
                <a:gd name="connsiteY11" fmla="*/ 3429731 h 6859500"/>
                <a:gd name="connsiteX12" fmla="*/ 623608 w 6859500"/>
                <a:gd name="connsiteY12" fmla="*/ 4053340 h 6859500"/>
                <a:gd name="connsiteX13" fmla="*/ 2806161 w 6859500"/>
                <a:gd name="connsiteY13" fmla="*/ 4053340 h 6859500"/>
                <a:gd name="connsiteX14" fmla="*/ 2806161 w 6859500"/>
                <a:gd name="connsiteY14" fmla="*/ 6235893 h 6859500"/>
                <a:gd name="connsiteX15" fmla="*/ 3429770 w 6859500"/>
                <a:gd name="connsiteY15" fmla="*/ 6859501 h 6859500"/>
                <a:gd name="connsiteX16" fmla="*/ 4053340 w 6859500"/>
                <a:gd name="connsiteY16" fmla="*/ 6235893 h 6859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859500" h="6859500">
                  <a:moveTo>
                    <a:pt x="4053340" y="6235893"/>
                  </a:moveTo>
                  <a:lnTo>
                    <a:pt x="4053340" y="4053340"/>
                  </a:lnTo>
                  <a:lnTo>
                    <a:pt x="6235893" y="4053340"/>
                  </a:lnTo>
                  <a:cubicBezTo>
                    <a:pt x="6580293" y="4053340"/>
                    <a:pt x="6859501" y="3774132"/>
                    <a:pt x="6859501" y="3429731"/>
                  </a:cubicBezTo>
                  <a:cubicBezTo>
                    <a:pt x="6859501" y="3085330"/>
                    <a:pt x="6580332" y="2806123"/>
                    <a:pt x="6235893" y="2806123"/>
                  </a:cubicBezTo>
                  <a:lnTo>
                    <a:pt x="4053340" y="2806123"/>
                  </a:lnTo>
                  <a:lnTo>
                    <a:pt x="4053340" y="623608"/>
                  </a:lnTo>
                  <a:cubicBezTo>
                    <a:pt x="4053340" y="279208"/>
                    <a:pt x="3774171" y="0"/>
                    <a:pt x="3429731" y="0"/>
                  </a:cubicBezTo>
                  <a:cubicBezTo>
                    <a:pt x="3085330" y="0"/>
                    <a:pt x="2806123" y="279208"/>
                    <a:pt x="2806123" y="623608"/>
                  </a:cubicBezTo>
                  <a:lnTo>
                    <a:pt x="2806123" y="2806161"/>
                  </a:lnTo>
                  <a:lnTo>
                    <a:pt x="623608" y="2806161"/>
                  </a:lnTo>
                  <a:cubicBezTo>
                    <a:pt x="279208" y="2806161"/>
                    <a:pt x="0" y="3085369"/>
                    <a:pt x="0" y="3429731"/>
                  </a:cubicBezTo>
                  <a:cubicBezTo>
                    <a:pt x="0" y="3774132"/>
                    <a:pt x="279208" y="4053340"/>
                    <a:pt x="623608" y="4053340"/>
                  </a:cubicBezTo>
                  <a:lnTo>
                    <a:pt x="2806161" y="4053340"/>
                  </a:lnTo>
                  <a:lnTo>
                    <a:pt x="2806161" y="6235893"/>
                  </a:lnTo>
                  <a:cubicBezTo>
                    <a:pt x="2806161" y="6580293"/>
                    <a:pt x="3085369" y="6859501"/>
                    <a:pt x="3429770" y="6859501"/>
                  </a:cubicBezTo>
                  <a:cubicBezTo>
                    <a:pt x="3774171" y="6859501"/>
                    <a:pt x="4053340" y="6580293"/>
                    <a:pt x="4053340" y="6235893"/>
                  </a:cubicBezTo>
                  <a:close/>
                </a:path>
              </a:pathLst>
            </a:cu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endParaRPr lang="en-US" dirty="0"/>
            </a:p>
          </p:txBody>
        </p:sp>
        <p:sp useBgFill="1">
          <p:nvSpPr>
            <p:cNvPr id="12" name="Oval 11">
              <a:extLst>
                <a:ext uri="{FF2B5EF4-FFF2-40B4-BE49-F238E27FC236}">
                  <a16:creationId xmlns:a16="http://schemas.microsoft.com/office/drawing/2014/main" id="{FB98224C-F1DB-4F10-9B7F-93B86BA13F4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11622685" y="6102941"/>
              <a:ext cx="261660" cy="261660"/>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endParaRPr lang="en-US"/>
            </a:p>
          </p:txBody>
        </p:sp>
        <p:sp useBgFill="1">
          <p:nvSpPr>
            <p:cNvPr id="13" name="Oval 12">
              <a:extLst>
                <a:ext uri="{FF2B5EF4-FFF2-40B4-BE49-F238E27FC236}">
                  <a16:creationId xmlns:a16="http://schemas.microsoft.com/office/drawing/2014/main" id="{9AE1FC9E-06C9-4A12-8BE7-766C3DA8B9A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11352354" y="406586"/>
              <a:ext cx="474023" cy="474023"/>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endParaRPr lang="en-US"/>
            </a:p>
          </p:txBody>
        </p:sp>
        <p:sp useBgFill="1">
          <p:nvSpPr>
            <p:cNvPr id="14" name="Oval 13">
              <a:extLst>
                <a:ext uri="{FF2B5EF4-FFF2-40B4-BE49-F238E27FC236}">
                  <a16:creationId xmlns:a16="http://schemas.microsoft.com/office/drawing/2014/main" id="{29954B75-D8C7-439C-A014-E644E3E2C0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1678231" y="427615"/>
              <a:ext cx="334385" cy="334385"/>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endParaRPr lang="en-US" dirty="0"/>
            </a:p>
          </p:txBody>
        </p:sp>
      </p:grpSp>
      <p:sp useBgFill="1">
        <p:nvSpPr>
          <p:cNvPr id="16" name="Rectangle 15">
            <a:extLst>
              <a:ext uri="{FF2B5EF4-FFF2-40B4-BE49-F238E27FC236}">
                <a16:creationId xmlns:a16="http://schemas.microsoft.com/office/drawing/2014/main" id="{4E1EF4E8-5513-4BF5-BC41-04645281C6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3848" cap="flat">
            <a:noFill/>
            <a:prstDash val="solid"/>
            <a:miter/>
          </a:ln>
          <a:effectLst/>
        </p:spPr>
        <p:txBody>
          <a:bodyPr rtlCol="0" anchor="ctr"/>
          <a:lstStyle/>
          <a:p>
            <a:endParaRPr lang="en-US" dirty="0">
              <a:solidFill>
                <a:schemeClr val="tx1"/>
              </a:solidFill>
            </a:endParaRPr>
          </a:p>
        </p:txBody>
      </p:sp>
      <p:sp>
        <p:nvSpPr>
          <p:cNvPr id="18" name="Rectangle 17">
            <a:extLst>
              <a:ext uri="{FF2B5EF4-FFF2-40B4-BE49-F238E27FC236}">
                <a16:creationId xmlns:a16="http://schemas.microsoft.com/office/drawing/2014/main" id="{361EA5BB-A258-4E22-94F4-C79A441363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FFFFFF">
              <a:alpha val="10000"/>
            </a:srgbClr>
          </a:solidFill>
          <a:ln w="3848" cap="flat">
            <a:noFill/>
            <a:prstDash val="solid"/>
            <a:miter/>
          </a:ln>
          <a:effectLst/>
        </p:spPr>
        <p:txBody>
          <a:bodyPr rtlCol="0" anchor="ctr"/>
          <a:lstStyle/>
          <a:p>
            <a:endParaRPr lang="en-US" dirty="0">
              <a:solidFill>
                <a:schemeClr val="tx1"/>
              </a:solidFill>
            </a:endParaRPr>
          </a:p>
        </p:txBody>
      </p:sp>
      <p:sp>
        <p:nvSpPr>
          <p:cNvPr id="20" name="Rectangle 19">
            <a:extLst>
              <a:ext uri="{FF2B5EF4-FFF2-40B4-BE49-F238E27FC236}">
                <a16:creationId xmlns:a16="http://schemas.microsoft.com/office/drawing/2014/main" id="{AF778DA5-2E76-4243-A41F-622B0A3705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214" y="-2"/>
            <a:ext cx="12213872" cy="6858001"/>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2" name="Group 21">
            <a:extLst>
              <a:ext uri="{FF2B5EF4-FFF2-40B4-BE49-F238E27FC236}">
                <a16:creationId xmlns:a16="http://schemas.microsoft.com/office/drawing/2014/main" id="{5E2ECF49-80AF-40F0-8F4E-A3FD1038F99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28600" y="329988"/>
            <a:ext cx="11601588" cy="5954377"/>
            <a:chOff x="228600" y="329988"/>
            <a:chExt cx="11601588" cy="5954377"/>
          </a:xfrm>
        </p:grpSpPr>
        <p:sp>
          <p:nvSpPr>
            <p:cNvPr id="23" name="Graphic 10">
              <a:extLst>
                <a:ext uri="{FF2B5EF4-FFF2-40B4-BE49-F238E27FC236}">
                  <a16:creationId xmlns:a16="http://schemas.microsoft.com/office/drawing/2014/main" id="{3EF42841-9A62-45AD-974F-C5BD69FB178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2700000">
              <a:off x="555219" y="1044769"/>
              <a:ext cx="1066799" cy="1066799"/>
            </a:xfrm>
            <a:custGeom>
              <a:avLst/>
              <a:gdLst>
                <a:gd name="connsiteX0" fmla="*/ 4053340 w 6859500"/>
                <a:gd name="connsiteY0" fmla="*/ 6235893 h 6859500"/>
                <a:gd name="connsiteX1" fmla="*/ 4053340 w 6859500"/>
                <a:gd name="connsiteY1" fmla="*/ 4053340 h 6859500"/>
                <a:gd name="connsiteX2" fmla="*/ 6235893 w 6859500"/>
                <a:gd name="connsiteY2" fmla="*/ 4053340 h 6859500"/>
                <a:gd name="connsiteX3" fmla="*/ 6859501 w 6859500"/>
                <a:gd name="connsiteY3" fmla="*/ 3429731 h 6859500"/>
                <a:gd name="connsiteX4" fmla="*/ 6235893 w 6859500"/>
                <a:gd name="connsiteY4" fmla="*/ 2806123 h 6859500"/>
                <a:gd name="connsiteX5" fmla="*/ 4053340 w 6859500"/>
                <a:gd name="connsiteY5" fmla="*/ 2806123 h 6859500"/>
                <a:gd name="connsiteX6" fmla="*/ 4053340 w 6859500"/>
                <a:gd name="connsiteY6" fmla="*/ 623608 h 6859500"/>
                <a:gd name="connsiteX7" fmla="*/ 3429731 w 6859500"/>
                <a:gd name="connsiteY7" fmla="*/ 0 h 6859500"/>
                <a:gd name="connsiteX8" fmla="*/ 2806123 w 6859500"/>
                <a:gd name="connsiteY8" fmla="*/ 623608 h 6859500"/>
                <a:gd name="connsiteX9" fmla="*/ 2806123 w 6859500"/>
                <a:gd name="connsiteY9" fmla="*/ 2806161 h 6859500"/>
                <a:gd name="connsiteX10" fmla="*/ 623608 w 6859500"/>
                <a:gd name="connsiteY10" fmla="*/ 2806161 h 6859500"/>
                <a:gd name="connsiteX11" fmla="*/ 0 w 6859500"/>
                <a:gd name="connsiteY11" fmla="*/ 3429731 h 6859500"/>
                <a:gd name="connsiteX12" fmla="*/ 623608 w 6859500"/>
                <a:gd name="connsiteY12" fmla="*/ 4053340 h 6859500"/>
                <a:gd name="connsiteX13" fmla="*/ 2806161 w 6859500"/>
                <a:gd name="connsiteY13" fmla="*/ 4053340 h 6859500"/>
                <a:gd name="connsiteX14" fmla="*/ 2806161 w 6859500"/>
                <a:gd name="connsiteY14" fmla="*/ 6235893 h 6859500"/>
                <a:gd name="connsiteX15" fmla="*/ 3429770 w 6859500"/>
                <a:gd name="connsiteY15" fmla="*/ 6859501 h 6859500"/>
                <a:gd name="connsiteX16" fmla="*/ 4053340 w 6859500"/>
                <a:gd name="connsiteY16" fmla="*/ 6235893 h 6859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859500" h="6859500">
                  <a:moveTo>
                    <a:pt x="4053340" y="6235893"/>
                  </a:moveTo>
                  <a:lnTo>
                    <a:pt x="4053340" y="4053340"/>
                  </a:lnTo>
                  <a:lnTo>
                    <a:pt x="6235893" y="4053340"/>
                  </a:lnTo>
                  <a:cubicBezTo>
                    <a:pt x="6580293" y="4053340"/>
                    <a:pt x="6859501" y="3774132"/>
                    <a:pt x="6859501" y="3429731"/>
                  </a:cubicBezTo>
                  <a:cubicBezTo>
                    <a:pt x="6859501" y="3085330"/>
                    <a:pt x="6580332" y="2806123"/>
                    <a:pt x="6235893" y="2806123"/>
                  </a:cubicBezTo>
                  <a:lnTo>
                    <a:pt x="4053340" y="2806123"/>
                  </a:lnTo>
                  <a:lnTo>
                    <a:pt x="4053340" y="623608"/>
                  </a:lnTo>
                  <a:cubicBezTo>
                    <a:pt x="4053340" y="279208"/>
                    <a:pt x="3774171" y="0"/>
                    <a:pt x="3429731" y="0"/>
                  </a:cubicBezTo>
                  <a:cubicBezTo>
                    <a:pt x="3085330" y="0"/>
                    <a:pt x="2806123" y="279208"/>
                    <a:pt x="2806123" y="623608"/>
                  </a:cubicBezTo>
                  <a:lnTo>
                    <a:pt x="2806123" y="2806161"/>
                  </a:lnTo>
                  <a:lnTo>
                    <a:pt x="623608" y="2806161"/>
                  </a:lnTo>
                  <a:cubicBezTo>
                    <a:pt x="279208" y="2806161"/>
                    <a:pt x="0" y="3085369"/>
                    <a:pt x="0" y="3429731"/>
                  </a:cubicBezTo>
                  <a:cubicBezTo>
                    <a:pt x="0" y="3774132"/>
                    <a:pt x="279208" y="4053340"/>
                    <a:pt x="623608" y="4053340"/>
                  </a:cubicBezTo>
                  <a:lnTo>
                    <a:pt x="2806161" y="4053340"/>
                  </a:lnTo>
                  <a:lnTo>
                    <a:pt x="2806161" y="6235893"/>
                  </a:lnTo>
                  <a:cubicBezTo>
                    <a:pt x="2806161" y="6580293"/>
                    <a:pt x="3085369" y="6859501"/>
                    <a:pt x="3429770" y="6859501"/>
                  </a:cubicBezTo>
                  <a:cubicBezTo>
                    <a:pt x="3774171" y="6859501"/>
                    <a:pt x="4053340" y="6580293"/>
                    <a:pt x="4053340" y="6235893"/>
                  </a:cubicBezTo>
                  <a:close/>
                </a:path>
              </a:pathLst>
            </a:custGeom>
            <a:solidFill>
              <a:schemeClr val="accent2"/>
            </a:solidFill>
            <a:ln w="3848" cap="flat">
              <a:noFill/>
              <a:prstDash val="solid"/>
              <a:miter/>
            </a:ln>
            <a:effectLst>
              <a:outerShdw blurRad="101600" dist="38100" dir="16200000" rotWithShape="0">
                <a:srgbClr val="000000">
                  <a:alpha val="25000"/>
                </a:srgbClr>
              </a:outerShdw>
            </a:effectLst>
          </p:spPr>
          <p:txBody>
            <a:bodyPr rtlCol="0" anchor="ctr"/>
            <a:lstStyle/>
            <a:p>
              <a:endParaRPr lang="en-US" dirty="0"/>
            </a:p>
          </p:txBody>
        </p:sp>
        <p:sp>
          <p:nvSpPr>
            <p:cNvPr id="24" name="Graphic 10">
              <a:extLst>
                <a:ext uri="{FF2B5EF4-FFF2-40B4-BE49-F238E27FC236}">
                  <a16:creationId xmlns:a16="http://schemas.microsoft.com/office/drawing/2014/main" id="{DC90F08D-69EB-4DFA-8AEF-D78641C1F04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2700000">
              <a:off x="1949692" y="329988"/>
              <a:ext cx="485348" cy="485348"/>
            </a:xfrm>
            <a:custGeom>
              <a:avLst/>
              <a:gdLst>
                <a:gd name="connsiteX0" fmla="*/ 4053340 w 6859500"/>
                <a:gd name="connsiteY0" fmla="*/ 6235893 h 6859500"/>
                <a:gd name="connsiteX1" fmla="*/ 4053340 w 6859500"/>
                <a:gd name="connsiteY1" fmla="*/ 4053340 h 6859500"/>
                <a:gd name="connsiteX2" fmla="*/ 6235893 w 6859500"/>
                <a:gd name="connsiteY2" fmla="*/ 4053340 h 6859500"/>
                <a:gd name="connsiteX3" fmla="*/ 6859501 w 6859500"/>
                <a:gd name="connsiteY3" fmla="*/ 3429731 h 6859500"/>
                <a:gd name="connsiteX4" fmla="*/ 6235893 w 6859500"/>
                <a:gd name="connsiteY4" fmla="*/ 2806123 h 6859500"/>
                <a:gd name="connsiteX5" fmla="*/ 4053340 w 6859500"/>
                <a:gd name="connsiteY5" fmla="*/ 2806123 h 6859500"/>
                <a:gd name="connsiteX6" fmla="*/ 4053340 w 6859500"/>
                <a:gd name="connsiteY6" fmla="*/ 623608 h 6859500"/>
                <a:gd name="connsiteX7" fmla="*/ 3429731 w 6859500"/>
                <a:gd name="connsiteY7" fmla="*/ 0 h 6859500"/>
                <a:gd name="connsiteX8" fmla="*/ 2806123 w 6859500"/>
                <a:gd name="connsiteY8" fmla="*/ 623608 h 6859500"/>
                <a:gd name="connsiteX9" fmla="*/ 2806123 w 6859500"/>
                <a:gd name="connsiteY9" fmla="*/ 2806161 h 6859500"/>
                <a:gd name="connsiteX10" fmla="*/ 623608 w 6859500"/>
                <a:gd name="connsiteY10" fmla="*/ 2806161 h 6859500"/>
                <a:gd name="connsiteX11" fmla="*/ 0 w 6859500"/>
                <a:gd name="connsiteY11" fmla="*/ 3429731 h 6859500"/>
                <a:gd name="connsiteX12" fmla="*/ 623608 w 6859500"/>
                <a:gd name="connsiteY12" fmla="*/ 4053340 h 6859500"/>
                <a:gd name="connsiteX13" fmla="*/ 2806161 w 6859500"/>
                <a:gd name="connsiteY13" fmla="*/ 4053340 h 6859500"/>
                <a:gd name="connsiteX14" fmla="*/ 2806161 w 6859500"/>
                <a:gd name="connsiteY14" fmla="*/ 6235893 h 6859500"/>
                <a:gd name="connsiteX15" fmla="*/ 3429770 w 6859500"/>
                <a:gd name="connsiteY15" fmla="*/ 6859501 h 6859500"/>
                <a:gd name="connsiteX16" fmla="*/ 4053340 w 6859500"/>
                <a:gd name="connsiteY16" fmla="*/ 6235893 h 6859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859500" h="6859500">
                  <a:moveTo>
                    <a:pt x="4053340" y="6235893"/>
                  </a:moveTo>
                  <a:lnTo>
                    <a:pt x="4053340" y="4053340"/>
                  </a:lnTo>
                  <a:lnTo>
                    <a:pt x="6235893" y="4053340"/>
                  </a:lnTo>
                  <a:cubicBezTo>
                    <a:pt x="6580293" y="4053340"/>
                    <a:pt x="6859501" y="3774132"/>
                    <a:pt x="6859501" y="3429731"/>
                  </a:cubicBezTo>
                  <a:cubicBezTo>
                    <a:pt x="6859501" y="3085330"/>
                    <a:pt x="6580332" y="2806123"/>
                    <a:pt x="6235893" y="2806123"/>
                  </a:cubicBezTo>
                  <a:lnTo>
                    <a:pt x="4053340" y="2806123"/>
                  </a:lnTo>
                  <a:lnTo>
                    <a:pt x="4053340" y="623608"/>
                  </a:lnTo>
                  <a:cubicBezTo>
                    <a:pt x="4053340" y="279208"/>
                    <a:pt x="3774171" y="0"/>
                    <a:pt x="3429731" y="0"/>
                  </a:cubicBezTo>
                  <a:cubicBezTo>
                    <a:pt x="3085330" y="0"/>
                    <a:pt x="2806123" y="279208"/>
                    <a:pt x="2806123" y="623608"/>
                  </a:cubicBezTo>
                  <a:lnTo>
                    <a:pt x="2806123" y="2806161"/>
                  </a:lnTo>
                  <a:lnTo>
                    <a:pt x="623608" y="2806161"/>
                  </a:lnTo>
                  <a:cubicBezTo>
                    <a:pt x="279208" y="2806161"/>
                    <a:pt x="0" y="3085369"/>
                    <a:pt x="0" y="3429731"/>
                  </a:cubicBezTo>
                  <a:cubicBezTo>
                    <a:pt x="0" y="3774132"/>
                    <a:pt x="279208" y="4053340"/>
                    <a:pt x="623608" y="4053340"/>
                  </a:cubicBezTo>
                  <a:lnTo>
                    <a:pt x="2806161" y="4053340"/>
                  </a:lnTo>
                  <a:lnTo>
                    <a:pt x="2806161" y="6235893"/>
                  </a:lnTo>
                  <a:cubicBezTo>
                    <a:pt x="2806161" y="6580293"/>
                    <a:pt x="3085369" y="6859501"/>
                    <a:pt x="3429770" y="6859501"/>
                  </a:cubicBezTo>
                  <a:cubicBezTo>
                    <a:pt x="3774171" y="6859501"/>
                    <a:pt x="4053340" y="6580293"/>
                    <a:pt x="4053340" y="6235893"/>
                  </a:cubicBezTo>
                  <a:close/>
                </a:path>
              </a:pathLst>
            </a:custGeom>
            <a:solidFill>
              <a:schemeClr val="accent2"/>
            </a:solidFill>
            <a:ln w="3848" cap="flat">
              <a:noFill/>
              <a:prstDash val="solid"/>
              <a:miter/>
            </a:ln>
            <a:effectLst>
              <a:outerShdw blurRad="101600" dist="38100" dir="16200000" rotWithShape="0">
                <a:srgbClr val="000000">
                  <a:alpha val="25000"/>
                </a:srgbClr>
              </a:outerShdw>
            </a:effectLst>
          </p:spPr>
          <p:txBody>
            <a:bodyPr rtlCol="0" anchor="ctr"/>
            <a:lstStyle/>
            <a:p>
              <a:endParaRPr lang="en-US" dirty="0"/>
            </a:p>
          </p:txBody>
        </p:sp>
        <p:sp useBgFill="1">
          <p:nvSpPr>
            <p:cNvPr id="25" name="Graphic 10">
              <a:extLst>
                <a:ext uri="{FF2B5EF4-FFF2-40B4-BE49-F238E27FC236}">
                  <a16:creationId xmlns:a16="http://schemas.microsoft.com/office/drawing/2014/main" id="{D7DBA6B9-151F-4966-AE62-954E454948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2700000">
              <a:off x="9286405" y="476589"/>
              <a:ext cx="1910011" cy="1910011"/>
            </a:xfrm>
            <a:custGeom>
              <a:avLst/>
              <a:gdLst>
                <a:gd name="connsiteX0" fmla="*/ 4053340 w 6859500"/>
                <a:gd name="connsiteY0" fmla="*/ 6235893 h 6859500"/>
                <a:gd name="connsiteX1" fmla="*/ 4053340 w 6859500"/>
                <a:gd name="connsiteY1" fmla="*/ 4053340 h 6859500"/>
                <a:gd name="connsiteX2" fmla="*/ 6235893 w 6859500"/>
                <a:gd name="connsiteY2" fmla="*/ 4053340 h 6859500"/>
                <a:gd name="connsiteX3" fmla="*/ 6859501 w 6859500"/>
                <a:gd name="connsiteY3" fmla="*/ 3429731 h 6859500"/>
                <a:gd name="connsiteX4" fmla="*/ 6235893 w 6859500"/>
                <a:gd name="connsiteY4" fmla="*/ 2806123 h 6859500"/>
                <a:gd name="connsiteX5" fmla="*/ 4053340 w 6859500"/>
                <a:gd name="connsiteY5" fmla="*/ 2806123 h 6859500"/>
                <a:gd name="connsiteX6" fmla="*/ 4053340 w 6859500"/>
                <a:gd name="connsiteY6" fmla="*/ 623608 h 6859500"/>
                <a:gd name="connsiteX7" fmla="*/ 3429731 w 6859500"/>
                <a:gd name="connsiteY7" fmla="*/ 0 h 6859500"/>
                <a:gd name="connsiteX8" fmla="*/ 2806123 w 6859500"/>
                <a:gd name="connsiteY8" fmla="*/ 623608 h 6859500"/>
                <a:gd name="connsiteX9" fmla="*/ 2806123 w 6859500"/>
                <a:gd name="connsiteY9" fmla="*/ 2806161 h 6859500"/>
                <a:gd name="connsiteX10" fmla="*/ 623608 w 6859500"/>
                <a:gd name="connsiteY10" fmla="*/ 2806161 h 6859500"/>
                <a:gd name="connsiteX11" fmla="*/ 0 w 6859500"/>
                <a:gd name="connsiteY11" fmla="*/ 3429731 h 6859500"/>
                <a:gd name="connsiteX12" fmla="*/ 623608 w 6859500"/>
                <a:gd name="connsiteY12" fmla="*/ 4053340 h 6859500"/>
                <a:gd name="connsiteX13" fmla="*/ 2806161 w 6859500"/>
                <a:gd name="connsiteY13" fmla="*/ 4053340 h 6859500"/>
                <a:gd name="connsiteX14" fmla="*/ 2806161 w 6859500"/>
                <a:gd name="connsiteY14" fmla="*/ 6235893 h 6859500"/>
                <a:gd name="connsiteX15" fmla="*/ 3429770 w 6859500"/>
                <a:gd name="connsiteY15" fmla="*/ 6859501 h 6859500"/>
                <a:gd name="connsiteX16" fmla="*/ 4053340 w 6859500"/>
                <a:gd name="connsiteY16" fmla="*/ 6235893 h 6859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859500" h="6859500">
                  <a:moveTo>
                    <a:pt x="4053340" y="6235893"/>
                  </a:moveTo>
                  <a:lnTo>
                    <a:pt x="4053340" y="4053340"/>
                  </a:lnTo>
                  <a:lnTo>
                    <a:pt x="6235893" y="4053340"/>
                  </a:lnTo>
                  <a:cubicBezTo>
                    <a:pt x="6580293" y="4053340"/>
                    <a:pt x="6859501" y="3774132"/>
                    <a:pt x="6859501" y="3429731"/>
                  </a:cubicBezTo>
                  <a:cubicBezTo>
                    <a:pt x="6859501" y="3085330"/>
                    <a:pt x="6580332" y="2806123"/>
                    <a:pt x="6235893" y="2806123"/>
                  </a:cubicBezTo>
                  <a:lnTo>
                    <a:pt x="4053340" y="2806123"/>
                  </a:lnTo>
                  <a:lnTo>
                    <a:pt x="4053340" y="623608"/>
                  </a:lnTo>
                  <a:cubicBezTo>
                    <a:pt x="4053340" y="279208"/>
                    <a:pt x="3774171" y="0"/>
                    <a:pt x="3429731" y="0"/>
                  </a:cubicBezTo>
                  <a:cubicBezTo>
                    <a:pt x="3085330" y="0"/>
                    <a:pt x="2806123" y="279208"/>
                    <a:pt x="2806123" y="623608"/>
                  </a:cubicBezTo>
                  <a:lnTo>
                    <a:pt x="2806123" y="2806161"/>
                  </a:lnTo>
                  <a:lnTo>
                    <a:pt x="623608" y="2806161"/>
                  </a:lnTo>
                  <a:cubicBezTo>
                    <a:pt x="279208" y="2806161"/>
                    <a:pt x="0" y="3085369"/>
                    <a:pt x="0" y="3429731"/>
                  </a:cubicBezTo>
                  <a:cubicBezTo>
                    <a:pt x="0" y="3774132"/>
                    <a:pt x="279208" y="4053340"/>
                    <a:pt x="623608" y="4053340"/>
                  </a:cubicBezTo>
                  <a:lnTo>
                    <a:pt x="2806161" y="4053340"/>
                  </a:lnTo>
                  <a:lnTo>
                    <a:pt x="2806161" y="6235893"/>
                  </a:lnTo>
                  <a:cubicBezTo>
                    <a:pt x="2806161" y="6580293"/>
                    <a:pt x="3085369" y="6859501"/>
                    <a:pt x="3429770" y="6859501"/>
                  </a:cubicBezTo>
                  <a:cubicBezTo>
                    <a:pt x="3774171" y="6859501"/>
                    <a:pt x="4053340" y="6580293"/>
                    <a:pt x="4053340" y="6235893"/>
                  </a:cubicBezTo>
                  <a:close/>
                </a:path>
              </a:pathLst>
            </a:custGeom>
            <a:solidFill>
              <a:schemeClr val="accent2"/>
            </a:solidFill>
            <a:ln w="3848" cap="flat">
              <a:noFill/>
              <a:prstDash val="solid"/>
              <a:miter/>
            </a:ln>
            <a:effectLst>
              <a:outerShdw blurRad="101600" dist="38100" dir="16200000" rotWithShape="0">
                <a:srgbClr val="000000">
                  <a:alpha val="25000"/>
                </a:srgbClr>
              </a:outerShdw>
            </a:effectLst>
          </p:spPr>
          <p:txBody>
            <a:bodyPr rtlCol="0" anchor="ctr"/>
            <a:lstStyle/>
            <a:p>
              <a:endParaRPr lang="en-US"/>
            </a:p>
          </p:txBody>
        </p:sp>
        <p:sp>
          <p:nvSpPr>
            <p:cNvPr id="26" name="Oval 25">
              <a:extLst>
                <a:ext uri="{FF2B5EF4-FFF2-40B4-BE49-F238E27FC236}">
                  <a16:creationId xmlns:a16="http://schemas.microsoft.com/office/drawing/2014/main" id="{CDE4DFBE-42D6-47AB-96E9-AF8F0E466FD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469978" y="517613"/>
              <a:ext cx="261660" cy="261660"/>
            </a:xfrm>
            <a:prstGeom prst="ellipse">
              <a:avLst/>
            </a:prstGeom>
            <a:solidFill>
              <a:schemeClr val="accent2"/>
            </a:solidFill>
            <a:ln w="3848" cap="flat">
              <a:noFill/>
              <a:prstDash val="solid"/>
              <a:miter/>
            </a:ln>
            <a:effectLst>
              <a:outerShdw blurRad="101600" dist="38100" dir="16200000" rotWithShape="0">
                <a:srgbClr val="000000">
                  <a:alpha val="25000"/>
                </a:srgbClr>
              </a:outerShdw>
            </a:effectLst>
          </p:spPr>
          <p:txBody>
            <a:bodyPr rtlCol="0" anchor="ctr"/>
            <a:lstStyle/>
            <a:p>
              <a:endParaRPr lang="en-US" dirty="0"/>
            </a:p>
          </p:txBody>
        </p:sp>
        <p:sp useBgFill="1">
          <p:nvSpPr>
            <p:cNvPr id="27" name="Oval 26">
              <a:extLst>
                <a:ext uri="{FF2B5EF4-FFF2-40B4-BE49-F238E27FC236}">
                  <a16:creationId xmlns:a16="http://schemas.microsoft.com/office/drawing/2014/main" id="{943A78C4-A856-46A9-AD4C-42016120E4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11515796" y="5858134"/>
              <a:ext cx="261660" cy="261660"/>
            </a:xfrm>
            <a:prstGeom prst="ellipse">
              <a:avLst/>
            </a:prstGeom>
            <a:solidFill>
              <a:schemeClr val="accent2"/>
            </a:solidFill>
            <a:ln w="3848" cap="flat">
              <a:noFill/>
              <a:prstDash val="solid"/>
              <a:miter/>
            </a:ln>
            <a:effectLst>
              <a:outerShdw blurRad="101600" dist="38100" dir="16200000" rotWithShape="0">
                <a:srgbClr val="000000">
                  <a:alpha val="25000"/>
                </a:srgbClr>
              </a:outerShdw>
            </a:effectLst>
          </p:spPr>
          <p:txBody>
            <a:bodyPr rtlCol="0" anchor="ctr"/>
            <a:lstStyle/>
            <a:p>
              <a:endParaRPr lang="en-US"/>
            </a:p>
          </p:txBody>
        </p:sp>
        <p:sp>
          <p:nvSpPr>
            <p:cNvPr id="28" name="Oval 27">
              <a:extLst>
                <a:ext uri="{FF2B5EF4-FFF2-40B4-BE49-F238E27FC236}">
                  <a16:creationId xmlns:a16="http://schemas.microsoft.com/office/drawing/2014/main" id="{DCF809D8-1792-42EF-8E81-647E3C93BFB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228600" y="5865935"/>
              <a:ext cx="418430" cy="418430"/>
            </a:xfrm>
            <a:prstGeom prst="ellipse">
              <a:avLst/>
            </a:prstGeom>
            <a:solidFill>
              <a:schemeClr val="accent2"/>
            </a:solidFill>
            <a:ln w="3848" cap="flat">
              <a:noFill/>
              <a:prstDash val="solid"/>
              <a:miter/>
            </a:ln>
            <a:effectLst>
              <a:outerShdw blurRad="101600" dist="38100" dir="16200000" rotWithShape="0">
                <a:srgbClr val="000000">
                  <a:alpha val="25000"/>
                </a:srgbClr>
              </a:outerShdw>
            </a:effectLst>
          </p:spPr>
          <p:txBody>
            <a:bodyPr rtlCol="0" anchor="ctr"/>
            <a:lstStyle/>
            <a:p>
              <a:endParaRPr lang="en-US" dirty="0"/>
            </a:p>
          </p:txBody>
        </p:sp>
        <p:sp useBgFill="1">
          <p:nvSpPr>
            <p:cNvPr id="29" name="Oval 28">
              <a:extLst>
                <a:ext uri="{FF2B5EF4-FFF2-40B4-BE49-F238E27FC236}">
                  <a16:creationId xmlns:a16="http://schemas.microsoft.com/office/drawing/2014/main" id="{A10D66A3-5A73-4B90-9D4A-F5CB9BBE11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11353799" y="370501"/>
              <a:ext cx="476389" cy="476389"/>
            </a:xfrm>
            <a:prstGeom prst="ellipse">
              <a:avLst/>
            </a:prstGeom>
            <a:solidFill>
              <a:schemeClr val="accent2"/>
            </a:solidFill>
            <a:ln w="3848" cap="flat">
              <a:noFill/>
              <a:prstDash val="solid"/>
              <a:miter/>
            </a:ln>
            <a:effectLst>
              <a:outerShdw blurRad="101600" dist="38100" dir="16200000" rotWithShape="0">
                <a:srgbClr val="000000">
                  <a:alpha val="25000"/>
                </a:srgbClr>
              </a:outerShdw>
            </a:effectLst>
          </p:spPr>
          <p:txBody>
            <a:bodyPr rtlCol="0" anchor="ctr"/>
            <a:lstStyle/>
            <a:p>
              <a:endParaRPr lang="en-US"/>
            </a:p>
          </p:txBody>
        </p:sp>
      </p:grpSp>
      <p:sp>
        <p:nvSpPr>
          <p:cNvPr id="2" name="Tytuł 1">
            <a:extLst>
              <a:ext uri="{FF2B5EF4-FFF2-40B4-BE49-F238E27FC236}">
                <a16:creationId xmlns:a16="http://schemas.microsoft.com/office/drawing/2014/main" id="{00541C2C-3B6D-D473-6194-A419F04CB18A}"/>
              </a:ext>
            </a:extLst>
          </p:cNvPr>
          <p:cNvSpPr>
            <a:spLocks noGrp="1"/>
          </p:cNvSpPr>
          <p:nvPr>
            <p:ph type="title"/>
          </p:nvPr>
        </p:nvSpPr>
        <p:spPr>
          <a:xfrm>
            <a:off x="485634" y="738206"/>
            <a:ext cx="11247400" cy="2603099"/>
          </a:xfrm>
        </p:spPr>
        <p:txBody>
          <a:bodyPr vert="horz" lIns="91440" tIns="45720" rIns="91440" bIns="45720" rtlCol="0" anchor="b">
            <a:normAutofit/>
          </a:bodyPr>
          <a:lstStyle/>
          <a:p>
            <a:pPr algn="ctr"/>
            <a:r>
              <a:rPr lang="pl-PL" sz="5400" u="sng" kern="1200" dirty="0">
                <a:solidFill>
                  <a:srgbClr val="FFFFFF"/>
                </a:solidFill>
                <a:latin typeface="+mj-lt"/>
                <a:ea typeface="+mj-ea"/>
                <a:cs typeface="+mj-cs"/>
              </a:rPr>
              <a:t>Metoda II</a:t>
            </a:r>
            <a:br>
              <a:rPr lang="pl-PL" sz="5400" kern="1200" dirty="0">
                <a:solidFill>
                  <a:srgbClr val="FFFFFF"/>
                </a:solidFill>
                <a:latin typeface="+mj-lt"/>
                <a:ea typeface="+mj-ea"/>
                <a:cs typeface="+mj-cs"/>
              </a:rPr>
            </a:br>
            <a:r>
              <a:rPr lang="pl-PL" sz="5400" kern="1200" dirty="0">
                <a:solidFill>
                  <a:srgbClr val="FFFFFF"/>
                </a:solidFill>
                <a:latin typeface="+mj-lt"/>
                <a:ea typeface="+mj-ea"/>
                <a:cs typeface="+mj-cs"/>
              </a:rPr>
              <a:t>Triangulacja </a:t>
            </a:r>
            <a:r>
              <a:rPr lang="pl-PL" sz="5400" kern="1200" dirty="0" err="1">
                <a:solidFill>
                  <a:srgbClr val="FFFFFF"/>
                </a:solidFill>
                <a:latin typeface="+mj-lt"/>
                <a:ea typeface="+mj-ea"/>
                <a:cs typeface="+mj-cs"/>
              </a:rPr>
              <a:t>Delaunay’a</a:t>
            </a:r>
            <a:endParaRPr lang="en-US" sz="5400" kern="1200" dirty="0">
              <a:solidFill>
                <a:srgbClr val="FFFFFF"/>
              </a:solidFill>
              <a:latin typeface="+mj-lt"/>
              <a:ea typeface="+mj-ea"/>
              <a:cs typeface="+mj-cs"/>
            </a:endParaRPr>
          </a:p>
        </p:txBody>
      </p:sp>
    </p:spTree>
    <p:extLst>
      <p:ext uri="{BB962C8B-B14F-4D97-AF65-F5344CB8AC3E}">
        <p14:creationId xmlns:p14="http://schemas.microsoft.com/office/powerpoint/2010/main" val="397493052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94E471F3-422F-BAD3-40D8-C5438995A0C1}"/>
              </a:ext>
            </a:extLst>
          </p:cNvPr>
          <p:cNvSpPr>
            <a:spLocks noGrp="1"/>
          </p:cNvSpPr>
          <p:nvPr>
            <p:ph type="title"/>
          </p:nvPr>
        </p:nvSpPr>
        <p:spPr/>
        <p:txBody>
          <a:bodyPr/>
          <a:lstStyle/>
          <a:p>
            <a:r>
              <a:rPr lang="pl-PL" dirty="0"/>
              <a:t>Triangulacja </a:t>
            </a:r>
            <a:r>
              <a:rPr lang="pl-PL" dirty="0" err="1"/>
              <a:t>Delaunay’a</a:t>
            </a:r>
            <a:endParaRPr lang="pl-PL" dirty="0"/>
          </a:p>
        </p:txBody>
      </p:sp>
      <p:sp>
        <p:nvSpPr>
          <p:cNvPr id="3" name="Symbol zastępczy zawartości 2">
            <a:extLst>
              <a:ext uri="{FF2B5EF4-FFF2-40B4-BE49-F238E27FC236}">
                <a16:creationId xmlns:a16="http://schemas.microsoft.com/office/drawing/2014/main" id="{3C64395F-7DA9-CA66-23A9-E4078EF308CF}"/>
              </a:ext>
            </a:extLst>
          </p:cNvPr>
          <p:cNvSpPr>
            <a:spLocks noGrp="1"/>
          </p:cNvSpPr>
          <p:nvPr>
            <p:ph idx="1"/>
          </p:nvPr>
        </p:nvSpPr>
        <p:spPr>
          <a:xfrm>
            <a:off x="838200" y="2282825"/>
            <a:ext cx="10515600" cy="4351338"/>
          </a:xfrm>
        </p:spPr>
        <p:txBody>
          <a:bodyPr/>
          <a:lstStyle/>
          <a:p>
            <a:r>
              <a:rPr lang="pl-PL" b="0" i="0" dirty="0">
                <a:effectLst/>
              </a:rPr>
              <a:t>Triangulacja </a:t>
            </a:r>
            <a:r>
              <a:rPr lang="pl-PL" b="0" i="0" dirty="0" err="1">
                <a:effectLst/>
              </a:rPr>
              <a:t>Delaunay’a</a:t>
            </a:r>
            <a:r>
              <a:rPr lang="pl-PL" b="0" i="0" dirty="0">
                <a:effectLst/>
              </a:rPr>
              <a:t> jest to triangulacja zbioru punktów na płaszczyźnie 2D taka, że żaden punkt nie leży wewnątrz okręgu opisanego na trójkącie należącym do triangulacji. Triangulacja </a:t>
            </a:r>
            <a:r>
              <a:rPr lang="pl-PL" b="0" i="0" dirty="0" err="1">
                <a:effectLst/>
              </a:rPr>
              <a:t>Delaunay’a</a:t>
            </a:r>
            <a:r>
              <a:rPr lang="pl-PL" b="0" i="0" dirty="0">
                <a:effectLst/>
              </a:rPr>
              <a:t> jest używana m.in. do modelowania terenu, automatycznego generowania </a:t>
            </a:r>
            <a:r>
              <a:rPr lang="pl-PL" b="0" i="0" dirty="0" err="1">
                <a:effectLst/>
              </a:rPr>
              <a:t>mesh</a:t>
            </a:r>
            <a:r>
              <a:rPr lang="pl-PL" dirty="0" err="1"/>
              <a:t>u</a:t>
            </a:r>
            <a:r>
              <a:rPr lang="pl-PL" b="0" i="0" dirty="0">
                <a:effectLst/>
              </a:rPr>
              <a:t>.</a:t>
            </a:r>
          </a:p>
          <a:p>
            <a:r>
              <a:rPr lang="pl-PL" b="0" i="0" dirty="0">
                <a:solidFill>
                  <a:srgbClr val="444444"/>
                </a:solidFill>
                <a:effectLst/>
              </a:rPr>
              <a:t> </a:t>
            </a:r>
            <a:r>
              <a:rPr lang="pl-PL" dirty="0"/>
              <a:t>Dalej rozpatrywany algorytm to triangulacja </a:t>
            </a:r>
            <a:r>
              <a:rPr lang="pl-PL" dirty="0" err="1"/>
              <a:t>Delaunay’a</a:t>
            </a:r>
            <a:r>
              <a:rPr lang="pl-PL" dirty="0"/>
              <a:t> z ograniczeniami (z procedurami odzyskania krawędzi oraz usuwania trójkątów zewnętrznych). (triangulacja wieloboku)</a:t>
            </a:r>
          </a:p>
        </p:txBody>
      </p:sp>
    </p:spTree>
    <p:extLst>
      <p:ext uri="{BB962C8B-B14F-4D97-AF65-F5344CB8AC3E}">
        <p14:creationId xmlns:p14="http://schemas.microsoft.com/office/powerpoint/2010/main" val="377280308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55" name="Rectangle 2054">
            <a:extLst>
              <a:ext uri="{FF2B5EF4-FFF2-40B4-BE49-F238E27FC236}">
                <a16:creationId xmlns:a16="http://schemas.microsoft.com/office/drawing/2014/main" id="{25AD4A59-91FA-4E30-8F32-A8AB51F768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3848" cap="flat">
            <a:noFill/>
            <a:prstDash val="solid"/>
            <a:miter/>
          </a:ln>
          <a:effectLst/>
        </p:spPr>
        <p:txBody>
          <a:bodyPr rtlCol="0" anchor="ctr"/>
          <a:lstStyle/>
          <a:p>
            <a:endParaRPr lang="en-US" dirty="0">
              <a:solidFill>
                <a:schemeClr val="tx1"/>
              </a:solidFill>
            </a:endParaRPr>
          </a:p>
        </p:txBody>
      </p:sp>
      <p:sp>
        <p:nvSpPr>
          <p:cNvPr id="2057" name="Rectangle 2056">
            <a:extLst>
              <a:ext uri="{FF2B5EF4-FFF2-40B4-BE49-F238E27FC236}">
                <a16:creationId xmlns:a16="http://schemas.microsoft.com/office/drawing/2014/main" id="{CBF27B2E-4DE7-47FD-8277-1C6703DB20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FFFFFF">
              <a:alpha val="10000"/>
            </a:srgbClr>
          </a:solidFill>
          <a:ln w="3848" cap="flat">
            <a:noFill/>
            <a:prstDash val="solid"/>
            <a:miter/>
          </a:ln>
          <a:effectLst/>
        </p:spPr>
        <p:txBody>
          <a:bodyPr rtlCol="0" anchor="ctr"/>
          <a:lstStyle/>
          <a:p>
            <a:endParaRPr lang="en-US" dirty="0">
              <a:solidFill>
                <a:schemeClr val="tx1"/>
              </a:solidFill>
            </a:endParaRPr>
          </a:p>
        </p:txBody>
      </p:sp>
      <p:grpSp>
        <p:nvGrpSpPr>
          <p:cNvPr id="2059" name="Group 2058">
            <a:extLst>
              <a:ext uri="{FF2B5EF4-FFF2-40B4-BE49-F238E27FC236}">
                <a16:creationId xmlns:a16="http://schemas.microsoft.com/office/drawing/2014/main" id="{30E84C15-9243-4CCA-86B8-7A13EE2808A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95308" y="128465"/>
            <a:ext cx="1888871" cy="1471725"/>
            <a:chOff x="195308" y="128465"/>
            <a:chExt cx="1888871" cy="1471725"/>
          </a:xfrm>
        </p:grpSpPr>
        <p:sp useBgFill="1">
          <p:nvSpPr>
            <p:cNvPr id="2060" name="Graphic 10">
              <a:extLst>
                <a:ext uri="{FF2B5EF4-FFF2-40B4-BE49-F238E27FC236}">
                  <a16:creationId xmlns:a16="http://schemas.microsoft.com/office/drawing/2014/main" id="{E014A4E0-2539-4DA0-A0B5-71589847425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2700000">
              <a:off x="354841" y="128465"/>
              <a:ext cx="966722" cy="966722"/>
            </a:xfrm>
            <a:custGeom>
              <a:avLst/>
              <a:gdLst>
                <a:gd name="connsiteX0" fmla="*/ 4053340 w 6859500"/>
                <a:gd name="connsiteY0" fmla="*/ 6235893 h 6859500"/>
                <a:gd name="connsiteX1" fmla="*/ 4053340 w 6859500"/>
                <a:gd name="connsiteY1" fmla="*/ 4053340 h 6859500"/>
                <a:gd name="connsiteX2" fmla="*/ 6235893 w 6859500"/>
                <a:gd name="connsiteY2" fmla="*/ 4053340 h 6859500"/>
                <a:gd name="connsiteX3" fmla="*/ 6859501 w 6859500"/>
                <a:gd name="connsiteY3" fmla="*/ 3429731 h 6859500"/>
                <a:gd name="connsiteX4" fmla="*/ 6235893 w 6859500"/>
                <a:gd name="connsiteY4" fmla="*/ 2806123 h 6859500"/>
                <a:gd name="connsiteX5" fmla="*/ 4053340 w 6859500"/>
                <a:gd name="connsiteY5" fmla="*/ 2806123 h 6859500"/>
                <a:gd name="connsiteX6" fmla="*/ 4053340 w 6859500"/>
                <a:gd name="connsiteY6" fmla="*/ 623608 h 6859500"/>
                <a:gd name="connsiteX7" fmla="*/ 3429731 w 6859500"/>
                <a:gd name="connsiteY7" fmla="*/ 0 h 6859500"/>
                <a:gd name="connsiteX8" fmla="*/ 2806123 w 6859500"/>
                <a:gd name="connsiteY8" fmla="*/ 623608 h 6859500"/>
                <a:gd name="connsiteX9" fmla="*/ 2806123 w 6859500"/>
                <a:gd name="connsiteY9" fmla="*/ 2806161 h 6859500"/>
                <a:gd name="connsiteX10" fmla="*/ 623608 w 6859500"/>
                <a:gd name="connsiteY10" fmla="*/ 2806161 h 6859500"/>
                <a:gd name="connsiteX11" fmla="*/ 0 w 6859500"/>
                <a:gd name="connsiteY11" fmla="*/ 3429731 h 6859500"/>
                <a:gd name="connsiteX12" fmla="*/ 623608 w 6859500"/>
                <a:gd name="connsiteY12" fmla="*/ 4053340 h 6859500"/>
                <a:gd name="connsiteX13" fmla="*/ 2806161 w 6859500"/>
                <a:gd name="connsiteY13" fmla="*/ 4053340 h 6859500"/>
                <a:gd name="connsiteX14" fmla="*/ 2806161 w 6859500"/>
                <a:gd name="connsiteY14" fmla="*/ 6235893 h 6859500"/>
                <a:gd name="connsiteX15" fmla="*/ 3429770 w 6859500"/>
                <a:gd name="connsiteY15" fmla="*/ 6859501 h 6859500"/>
                <a:gd name="connsiteX16" fmla="*/ 4053340 w 6859500"/>
                <a:gd name="connsiteY16" fmla="*/ 6235893 h 6859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859500" h="6859500">
                  <a:moveTo>
                    <a:pt x="4053340" y="6235893"/>
                  </a:moveTo>
                  <a:lnTo>
                    <a:pt x="4053340" y="4053340"/>
                  </a:lnTo>
                  <a:lnTo>
                    <a:pt x="6235893" y="4053340"/>
                  </a:lnTo>
                  <a:cubicBezTo>
                    <a:pt x="6580293" y="4053340"/>
                    <a:pt x="6859501" y="3774132"/>
                    <a:pt x="6859501" y="3429731"/>
                  </a:cubicBezTo>
                  <a:cubicBezTo>
                    <a:pt x="6859501" y="3085330"/>
                    <a:pt x="6580332" y="2806123"/>
                    <a:pt x="6235893" y="2806123"/>
                  </a:cubicBezTo>
                  <a:lnTo>
                    <a:pt x="4053340" y="2806123"/>
                  </a:lnTo>
                  <a:lnTo>
                    <a:pt x="4053340" y="623608"/>
                  </a:lnTo>
                  <a:cubicBezTo>
                    <a:pt x="4053340" y="279208"/>
                    <a:pt x="3774171" y="0"/>
                    <a:pt x="3429731" y="0"/>
                  </a:cubicBezTo>
                  <a:cubicBezTo>
                    <a:pt x="3085330" y="0"/>
                    <a:pt x="2806123" y="279208"/>
                    <a:pt x="2806123" y="623608"/>
                  </a:cubicBezTo>
                  <a:lnTo>
                    <a:pt x="2806123" y="2806161"/>
                  </a:lnTo>
                  <a:lnTo>
                    <a:pt x="623608" y="2806161"/>
                  </a:lnTo>
                  <a:cubicBezTo>
                    <a:pt x="279208" y="2806161"/>
                    <a:pt x="0" y="3085369"/>
                    <a:pt x="0" y="3429731"/>
                  </a:cubicBezTo>
                  <a:cubicBezTo>
                    <a:pt x="0" y="3774132"/>
                    <a:pt x="279208" y="4053340"/>
                    <a:pt x="623608" y="4053340"/>
                  </a:cubicBezTo>
                  <a:lnTo>
                    <a:pt x="2806161" y="4053340"/>
                  </a:lnTo>
                  <a:lnTo>
                    <a:pt x="2806161" y="6235893"/>
                  </a:lnTo>
                  <a:cubicBezTo>
                    <a:pt x="2806161" y="6580293"/>
                    <a:pt x="3085369" y="6859501"/>
                    <a:pt x="3429770" y="6859501"/>
                  </a:cubicBezTo>
                  <a:cubicBezTo>
                    <a:pt x="3774171" y="6859501"/>
                    <a:pt x="4053340" y="6580293"/>
                    <a:pt x="4053340" y="6235893"/>
                  </a:cubicBezTo>
                  <a:close/>
                </a:path>
              </a:pathLst>
            </a:cu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endParaRPr lang="en-US"/>
            </a:p>
          </p:txBody>
        </p:sp>
        <p:sp useBgFill="1">
          <p:nvSpPr>
            <p:cNvPr id="2061" name="Oval 2060">
              <a:extLst>
                <a:ext uri="{FF2B5EF4-FFF2-40B4-BE49-F238E27FC236}">
                  <a16:creationId xmlns:a16="http://schemas.microsoft.com/office/drawing/2014/main" id="{6A55503D-2920-4B77-A454-8FEA3378BA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195308" y="1338299"/>
              <a:ext cx="261891" cy="261891"/>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endParaRPr lang="en-US" dirty="0"/>
            </a:p>
          </p:txBody>
        </p:sp>
        <p:sp useBgFill="1">
          <p:nvSpPr>
            <p:cNvPr id="2062" name="Oval 2061">
              <a:extLst>
                <a:ext uri="{FF2B5EF4-FFF2-40B4-BE49-F238E27FC236}">
                  <a16:creationId xmlns:a16="http://schemas.microsoft.com/office/drawing/2014/main" id="{E5300822-6CE9-4457-8099-6BF7922A99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1695456" y="625555"/>
              <a:ext cx="388723" cy="388723"/>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endParaRPr lang="en-US"/>
            </a:p>
          </p:txBody>
        </p:sp>
      </p:grpSp>
      <p:sp>
        <p:nvSpPr>
          <p:cNvPr id="2" name="Tytuł 1">
            <a:extLst>
              <a:ext uri="{FF2B5EF4-FFF2-40B4-BE49-F238E27FC236}">
                <a16:creationId xmlns:a16="http://schemas.microsoft.com/office/drawing/2014/main" id="{047E4C8B-7914-C79D-0E51-3531F5A543EA}"/>
              </a:ext>
            </a:extLst>
          </p:cNvPr>
          <p:cNvSpPr>
            <a:spLocks noGrp="1"/>
          </p:cNvSpPr>
          <p:nvPr>
            <p:ph type="title"/>
          </p:nvPr>
        </p:nvSpPr>
        <p:spPr>
          <a:xfrm>
            <a:off x="457197" y="212619"/>
            <a:ext cx="4419601" cy="2775141"/>
          </a:xfrm>
        </p:spPr>
        <p:txBody>
          <a:bodyPr anchor="b">
            <a:normAutofit/>
          </a:bodyPr>
          <a:lstStyle/>
          <a:p>
            <a:pPr algn="ctr"/>
            <a:r>
              <a:rPr lang="pl-PL" sz="4100" dirty="0"/>
              <a:t>Struktura danych do przechowywania siatki triangulacji</a:t>
            </a:r>
          </a:p>
        </p:txBody>
      </p:sp>
      <p:sp>
        <p:nvSpPr>
          <p:cNvPr id="3" name="Symbol zastępczy zawartości 2">
            <a:extLst>
              <a:ext uri="{FF2B5EF4-FFF2-40B4-BE49-F238E27FC236}">
                <a16:creationId xmlns:a16="http://schemas.microsoft.com/office/drawing/2014/main" id="{4B50D2CC-134F-1F5C-1BEC-09CCAA4A3D78}"/>
              </a:ext>
            </a:extLst>
          </p:cNvPr>
          <p:cNvSpPr>
            <a:spLocks noGrp="1"/>
          </p:cNvSpPr>
          <p:nvPr>
            <p:ph idx="1"/>
          </p:nvPr>
        </p:nvSpPr>
        <p:spPr>
          <a:xfrm>
            <a:off x="558597" y="3400696"/>
            <a:ext cx="4085303" cy="2969342"/>
          </a:xfrm>
        </p:spPr>
        <p:txBody>
          <a:bodyPr anchor="t">
            <a:normAutofit fontScale="92500" lnSpcReduction="10000"/>
          </a:bodyPr>
          <a:lstStyle/>
          <a:p>
            <a:r>
              <a:rPr lang="pl-PL" sz="1800" dirty="0"/>
              <a:t>Do reprezentacji siatki użyta została struktura Half-Edge posiada on następujące atrybuty:</a:t>
            </a:r>
          </a:p>
          <a:p>
            <a:r>
              <a:rPr lang="pl-PL" sz="1800" dirty="0" err="1"/>
              <a:t>origin</a:t>
            </a:r>
            <a:r>
              <a:rPr lang="pl-PL" sz="1800" dirty="0"/>
              <a:t> – punkt z którego </a:t>
            </a:r>
            <a:r>
              <a:rPr lang="pl-PL" sz="1800" dirty="0" err="1"/>
              <a:t>półkrawędź</a:t>
            </a:r>
            <a:r>
              <a:rPr lang="pl-PL" sz="1800" dirty="0"/>
              <a:t> wychodzi</a:t>
            </a:r>
          </a:p>
          <a:p>
            <a:r>
              <a:rPr lang="pl-PL" sz="1800" dirty="0" err="1"/>
              <a:t>next</a:t>
            </a:r>
            <a:r>
              <a:rPr lang="pl-PL" sz="1800" dirty="0"/>
              <a:t> – następnik (też Half-Edge)</a:t>
            </a:r>
          </a:p>
          <a:p>
            <a:r>
              <a:rPr lang="pl-PL" sz="1800" dirty="0" err="1"/>
              <a:t>prev</a:t>
            </a:r>
            <a:r>
              <a:rPr lang="pl-PL" sz="1800" dirty="0"/>
              <a:t> - poprzednik (też Half-Edge)</a:t>
            </a:r>
          </a:p>
          <a:p>
            <a:r>
              <a:rPr lang="pl-PL" sz="1800" dirty="0"/>
              <a:t>face – ściana, której jest częścią</a:t>
            </a:r>
          </a:p>
          <a:p>
            <a:r>
              <a:rPr lang="pl-PL" sz="1800" dirty="0" err="1"/>
              <a:t>twin</a:t>
            </a:r>
            <a:r>
              <a:rPr lang="pl-PL" sz="1800" dirty="0"/>
              <a:t> – obiekt Half-Edge zwrócony przeciwnie na tej samej krawędzi</a:t>
            </a:r>
          </a:p>
          <a:p>
            <a:endParaRPr lang="pl-PL" sz="1800" dirty="0"/>
          </a:p>
          <a:p>
            <a:endParaRPr lang="pl-PL" sz="1800" dirty="0"/>
          </a:p>
        </p:txBody>
      </p:sp>
      <p:pic>
        <p:nvPicPr>
          <p:cNvPr id="2050" name="Picture 2" descr="Half-edges.">
            <a:extLst>
              <a:ext uri="{FF2B5EF4-FFF2-40B4-BE49-F238E27FC236}">
                <a16:creationId xmlns:a16="http://schemas.microsoft.com/office/drawing/2014/main" id="{3A21F031-DE20-E1A4-0F39-9E6D83E6F386}"/>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5333995" y="930248"/>
            <a:ext cx="6299408" cy="503952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8012576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9">
            <a:extLst>
              <a:ext uri="{FF2B5EF4-FFF2-40B4-BE49-F238E27FC236}">
                <a16:creationId xmlns:a16="http://schemas.microsoft.com/office/drawing/2014/main" id="{25AD4A59-91FA-4E30-8F32-A8AB51F768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3848" cap="flat">
            <a:noFill/>
            <a:prstDash val="solid"/>
            <a:miter/>
          </a:ln>
          <a:effectLst/>
        </p:spPr>
        <p:txBody>
          <a:bodyPr rtlCol="0" anchor="ctr"/>
          <a:lstStyle/>
          <a:p>
            <a:endParaRPr lang="en-US" dirty="0">
              <a:solidFill>
                <a:schemeClr val="tx1"/>
              </a:solidFill>
            </a:endParaRPr>
          </a:p>
        </p:txBody>
      </p:sp>
      <p:sp>
        <p:nvSpPr>
          <p:cNvPr id="8" name="Rectangle 11">
            <a:extLst>
              <a:ext uri="{FF2B5EF4-FFF2-40B4-BE49-F238E27FC236}">
                <a16:creationId xmlns:a16="http://schemas.microsoft.com/office/drawing/2014/main" id="{CDFF45EF-8068-49B8-AFAE-404F6EB188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FFFFFF">
              <a:alpha val="10000"/>
            </a:srgbClr>
          </a:solidFill>
          <a:ln w="3848" cap="flat">
            <a:noFill/>
            <a:prstDash val="solid"/>
            <a:miter/>
          </a:ln>
          <a:effectLst/>
        </p:spPr>
        <p:txBody>
          <a:bodyPr rtlCol="0" anchor="ctr"/>
          <a:lstStyle/>
          <a:p>
            <a:endParaRPr lang="en-US" dirty="0">
              <a:solidFill>
                <a:schemeClr val="tx1"/>
              </a:solidFill>
            </a:endParaRPr>
          </a:p>
        </p:txBody>
      </p:sp>
      <p:sp>
        <p:nvSpPr>
          <p:cNvPr id="2" name="Tytuł 1">
            <a:extLst>
              <a:ext uri="{FF2B5EF4-FFF2-40B4-BE49-F238E27FC236}">
                <a16:creationId xmlns:a16="http://schemas.microsoft.com/office/drawing/2014/main" id="{8269C726-2351-1A9B-63A5-BF88CB4358B6}"/>
              </a:ext>
            </a:extLst>
          </p:cNvPr>
          <p:cNvSpPr>
            <a:spLocks noGrp="1"/>
          </p:cNvSpPr>
          <p:nvPr>
            <p:ph type="title"/>
          </p:nvPr>
        </p:nvSpPr>
        <p:spPr>
          <a:xfrm>
            <a:off x="7185797" y="557189"/>
            <a:ext cx="4549002" cy="5743616"/>
          </a:xfrm>
        </p:spPr>
        <p:txBody>
          <a:bodyPr anchor="ctr">
            <a:normAutofit/>
          </a:bodyPr>
          <a:lstStyle/>
          <a:p>
            <a:r>
              <a:rPr lang="pl-PL"/>
              <a:t>Etapy algorytmu</a:t>
            </a:r>
            <a:endParaRPr lang="pl-PL" dirty="0"/>
          </a:p>
        </p:txBody>
      </p:sp>
      <p:grpSp>
        <p:nvGrpSpPr>
          <p:cNvPr id="9" name="Group 13">
            <a:extLst>
              <a:ext uri="{FF2B5EF4-FFF2-40B4-BE49-F238E27FC236}">
                <a16:creationId xmlns:a16="http://schemas.microsoft.com/office/drawing/2014/main" id="{1440FEFE-916C-44B0-A9DE-B25DF02A54B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03822" y="270868"/>
            <a:ext cx="746901" cy="1032255"/>
            <a:chOff x="403822" y="270868"/>
            <a:chExt cx="746901" cy="1032255"/>
          </a:xfrm>
        </p:grpSpPr>
        <p:sp useBgFill="1">
          <p:nvSpPr>
            <p:cNvPr id="15" name="Oval 14">
              <a:extLst>
                <a:ext uri="{FF2B5EF4-FFF2-40B4-BE49-F238E27FC236}">
                  <a16:creationId xmlns:a16="http://schemas.microsoft.com/office/drawing/2014/main" id="{C746375F-B8FF-4147-85C9-FFD3797F90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flipH="1">
              <a:off x="403822" y="914400"/>
              <a:ext cx="388723" cy="388723"/>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endParaRPr lang="en-US"/>
            </a:p>
          </p:txBody>
        </p:sp>
        <p:sp useBgFill="1">
          <p:nvSpPr>
            <p:cNvPr id="16" name="Oval 15">
              <a:extLst>
                <a:ext uri="{FF2B5EF4-FFF2-40B4-BE49-F238E27FC236}">
                  <a16:creationId xmlns:a16="http://schemas.microsoft.com/office/drawing/2014/main" id="{3831730A-C550-4868-B615-888C8AA9C11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flipH="1">
              <a:off x="914400" y="270868"/>
              <a:ext cx="236323" cy="236323"/>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endParaRPr lang="en-US"/>
            </a:p>
          </p:txBody>
        </p:sp>
      </p:grpSp>
      <p:graphicFrame>
        <p:nvGraphicFramePr>
          <p:cNvPr id="5" name="Symbol zastępczy zawartości 2">
            <a:extLst>
              <a:ext uri="{FF2B5EF4-FFF2-40B4-BE49-F238E27FC236}">
                <a16:creationId xmlns:a16="http://schemas.microsoft.com/office/drawing/2014/main" id="{4DF71CE4-F5C0-E42B-9293-3A0CC2C0E189}"/>
              </a:ext>
            </a:extLst>
          </p:cNvPr>
          <p:cNvGraphicFramePr>
            <a:graphicFrameLocks noGrp="1"/>
          </p:cNvGraphicFramePr>
          <p:nvPr>
            <p:ph idx="1"/>
            <p:extLst>
              <p:ext uri="{D42A27DB-BD31-4B8C-83A1-F6EECF244321}">
                <p14:modId xmlns:p14="http://schemas.microsoft.com/office/powerpoint/2010/main" val="619128321"/>
              </p:ext>
            </p:extLst>
          </p:nvPr>
        </p:nvGraphicFramePr>
        <p:xfrm>
          <a:off x="838201" y="557189"/>
          <a:ext cx="6172199" cy="574361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33020014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0688E590-FC7B-2207-3B51-4D8B0155C015}"/>
              </a:ext>
            </a:extLst>
          </p:cNvPr>
          <p:cNvSpPr>
            <a:spLocks noGrp="1"/>
          </p:cNvSpPr>
          <p:nvPr>
            <p:ph type="title"/>
          </p:nvPr>
        </p:nvSpPr>
        <p:spPr/>
        <p:txBody>
          <a:bodyPr/>
          <a:lstStyle/>
          <a:p>
            <a:r>
              <a:rPr lang="pl-PL" dirty="0"/>
              <a:t>1.Wstępna triangulacja</a:t>
            </a:r>
          </a:p>
        </p:txBody>
      </p:sp>
      <p:sp>
        <p:nvSpPr>
          <p:cNvPr id="3" name="Symbol zastępczy zawartości 2">
            <a:extLst>
              <a:ext uri="{FF2B5EF4-FFF2-40B4-BE49-F238E27FC236}">
                <a16:creationId xmlns:a16="http://schemas.microsoft.com/office/drawing/2014/main" id="{AE832A54-2880-1C77-B4F3-F04835723437}"/>
              </a:ext>
            </a:extLst>
          </p:cNvPr>
          <p:cNvSpPr>
            <a:spLocks noGrp="1"/>
          </p:cNvSpPr>
          <p:nvPr>
            <p:ph idx="1"/>
          </p:nvPr>
        </p:nvSpPr>
        <p:spPr>
          <a:xfrm>
            <a:off x="838200" y="1825625"/>
            <a:ext cx="6477000" cy="4351338"/>
          </a:xfrm>
        </p:spPr>
        <p:txBody>
          <a:bodyPr>
            <a:normAutofit fontScale="92500" lnSpcReduction="10000"/>
          </a:bodyPr>
          <a:lstStyle/>
          <a:p>
            <a:r>
              <a:rPr lang="pl-PL" dirty="0"/>
              <a:t>Mając triangulację n punktów dokładamy kolejny punkt, uwzględniając warunek okręgu (w okręgu opisanym na trójkącie nie może się zawierać żaden inny punkt) otrzymujemy triangulację dla n+1 punktów.</a:t>
            </a:r>
          </a:p>
          <a:p>
            <a:endParaRPr lang="pl-PL" dirty="0"/>
          </a:p>
          <a:p>
            <a:r>
              <a:rPr lang="pl-PL" dirty="0"/>
              <a:t>Jako początkowy stan triangulacji przyjmujemy trójkąt zawierający wszystkie punkty zbioru, zatem jest to triangulacja dla n=3 punktów.</a:t>
            </a:r>
          </a:p>
        </p:txBody>
      </p:sp>
      <p:pic>
        <p:nvPicPr>
          <p:cNvPr id="5" name="Obraz 4">
            <a:extLst>
              <a:ext uri="{FF2B5EF4-FFF2-40B4-BE49-F238E27FC236}">
                <a16:creationId xmlns:a16="http://schemas.microsoft.com/office/drawing/2014/main" id="{DE065501-328E-4A3D-E1D1-24B0B0FC4A67}"/>
              </a:ext>
            </a:extLst>
          </p:cNvPr>
          <p:cNvPicPr>
            <a:picLocks noChangeAspect="1"/>
          </p:cNvPicPr>
          <p:nvPr/>
        </p:nvPicPr>
        <p:blipFill>
          <a:blip r:embed="rId2"/>
          <a:stretch>
            <a:fillRect/>
          </a:stretch>
        </p:blipFill>
        <p:spPr>
          <a:xfrm>
            <a:off x="7315200" y="1690688"/>
            <a:ext cx="4705350" cy="3529012"/>
          </a:xfrm>
          <a:prstGeom prst="rect">
            <a:avLst/>
          </a:prstGeom>
        </p:spPr>
      </p:pic>
    </p:spTree>
    <p:extLst>
      <p:ext uri="{BB962C8B-B14F-4D97-AF65-F5344CB8AC3E}">
        <p14:creationId xmlns:p14="http://schemas.microsoft.com/office/powerpoint/2010/main" val="107302795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25AD4A59-91FA-4E30-8F32-A8AB51F768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3848" cap="flat">
            <a:noFill/>
            <a:prstDash val="solid"/>
            <a:miter/>
          </a:ln>
          <a:effectLst/>
        </p:spPr>
        <p:txBody>
          <a:bodyPr rtlCol="0" anchor="ctr"/>
          <a:lstStyle/>
          <a:p>
            <a:endParaRPr lang="en-US" dirty="0">
              <a:solidFill>
                <a:schemeClr val="tx1"/>
              </a:solidFill>
            </a:endParaRPr>
          </a:p>
        </p:txBody>
      </p:sp>
      <p:sp>
        <p:nvSpPr>
          <p:cNvPr id="11" name="Rectangle 10">
            <a:extLst>
              <a:ext uri="{FF2B5EF4-FFF2-40B4-BE49-F238E27FC236}">
                <a16:creationId xmlns:a16="http://schemas.microsoft.com/office/drawing/2014/main" id="{CDFF45EF-8068-49B8-AFAE-404F6EB188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FFFFFF">
              <a:alpha val="10000"/>
            </a:srgbClr>
          </a:solidFill>
          <a:ln w="3848" cap="flat">
            <a:noFill/>
            <a:prstDash val="solid"/>
            <a:miter/>
          </a:ln>
          <a:effectLst/>
        </p:spPr>
        <p:txBody>
          <a:bodyPr rtlCol="0" anchor="ctr"/>
          <a:lstStyle/>
          <a:p>
            <a:endParaRPr lang="en-US" dirty="0">
              <a:solidFill>
                <a:schemeClr val="tx1"/>
              </a:solidFill>
            </a:endParaRPr>
          </a:p>
        </p:txBody>
      </p:sp>
      <p:sp>
        <p:nvSpPr>
          <p:cNvPr id="2" name="Tytuł 1">
            <a:extLst>
              <a:ext uri="{FF2B5EF4-FFF2-40B4-BE49-F238E27FC236}">
                <a16:creationId xmlns:a16="http://schemas.microsoft.com/office/drawing/2014/main" id="{D5116786-F7DA-0FA6-E10B-B8B67DB1E6F2}"/>
              </a:ext>
            </a:extLst>
          </p:cNvPr>
          <p:cNvSpPr>
            <a:spLocks noGrp="1"/>
          </p:cNvSpPr>
          <p:nvPr>
            <p:ph type="title"/>
          </p:nvPr>
        </p:nvSpPr>
        <p:spPr>
          <a:xfrm>
            <a:off x="457201" y="557189"/>
            <a:ext cx="4549002" cy="5743616"/>
          </a:xfrm>
        </p:spPr>
        <p:txBody>
          <a:bodyPr anchor="ctr">
            <a:normAutofit/>
          </a:bodyPr>
          <a:lstStyle/>
          <a:p>
            <a:r>
              <a:rPr lang="pl-PL" dirty="0"/>
              <a:t>Wstawienie punktu</a:t>
            </a:r>
          </a:p>
        </p:txBody>
      </p:sp>
      <p:grpSp>
        <p:nvGrpSpPr>
          <p:cNvPr id="13" name="Group 12">
            <a:extLst>
              <a:ext uri="{FF2B5EF4-FFF2-40B4-BE49-F238E27FC236}">
                <a16:creationId xmlns:a16="http://schemas.microsoft.com/office/drawing/2014/main" id="{2668F617-A865-44FB-B7FA-D3D82EB305A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364188" y="339903"/>
            <a:ext cx="2359700" cy="1660157"/>
            <a:chOff x="2364188" y="339903"/>
            <a:chExt cx="2359700" cy="1660157"/>
          </a:xfrm>
        </p:grpSpPr>
        <p:sp useBgFill="1">
          <p:nvSpPr>
            <p:cNvPr id="14" name="Graphic 10">
              <a:extLst>
                <a:ext uri="{FF2B5EF4-FFF2-40B4-BE49-F238E27FC236}">
                  <a16:creationId xmlns:a16="http://schemas.microsoft.com/office/drawing/2014/main" id="{1E049813-75C2-4C4C-884E-5480698BEB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2700000">
              <a:off x="3156361" y="339903"/>
              <a:ext cx="1567527" cy="1567527"/>
            </a:xfrm>
            <a:custGeom>
              <a:avLst/>
              <a:gdLst>
                <a:gd name="connsiteX0" fmla="*/ 4053340 w 6859500"/>
                <a:gd name="connsiteY0" fmla="*/ 6235893 h 6859500"/>
                <a:gd name="connsiteX1" fmla="*/ 4053340 w 6859500"/>
                <a:gd name="connsiteY1" fmla="*/ 4053340 h 6859500"/>
                <a:gd name="connsiteX2" fmla="*/ 6235893 w 6859500"/>
                <a:gd name="connsiteY2" fmla="*/ 4053340 h 6859500"/>
                <a:gd name="connsiteX3" fmla="*/ 6859501 w 6859500"/>
                <a:gd name="connsiteY3" fmla="*/ 3429731 h 6859500"/>
                <a:gd name="connsiteX4" fmla="*/ 6235893 w 6859500"/>
                <a:gd name="connsiteY4" fmla="*/ 2806123 h 6859500"/>
                <a:gd name="connsiteX5" fmla="*/ 4053340 w 6859500"/>
                <a:gd name="connsiteY5" fmla="*/ 2806123 h 6859500"/>
                <a:gd name="connsiteX6" fmla="*/ 4053340 w 6859500"/>
                <a:gd name="connsiteY6" fmla="*/ 623608 h 6859500"/>
                <a:gd name="connsiteX7" fmla="*/ 3429731 w 6859500"/>
                <a:gd name="connsiteY7" fmla="*/ 0 h 6859500"/>
                <a:gd name="connsiteX8" fmla="*/ 2806123 w 6859500"/>
                <a:gd name="connsiteY8" fmla="*/ 623608 h 6859500"/>
                <a:gd name="connsiteX9" fmla="*/ 2806123 w 6859500"/>
                <a:gd name="connsiteY9" fmla="*/ 2806161 h 6859500"/>
                <a:gd name="connsiteX10" fmla="*/ 623608 w 6859500"/>
                <a:gd name="connsiteY10" fmla="*/ 2806161 h 6859500"/>
                <a:gd name="connsiteX11" fmla="*/ 0 w 6859500"/>
                <a:gd name="connsiteY11" fmla="*/ 3429731 h 6859500"/>
                <a:gd name="connsiteX12" fmla="*/ 623608 w 6859500"/>
                <a:gd name="connsiteY12" fmla="*/ 4053340 h 6859500"/>
                <a:gd name="connsiteX13" fmla="*/ 2806161 w 6859500"/>
                <a:gd name="connsiteY13" fmla="*/ 4053340 h 6859500"/>
                <a:gd name="connsiteX14" fmla="*/ 2806161 w 6859500"/>
                <a:gd name="connsiteY14" fmla="*/ 6235893 h 6859500"/>
                <a:gd name="connsiteX15" fmla="*/ 3429770 w 6859500"/>
                <a:gd name="connsiteY15" fmla="*/ 6859501 h 6859500"/>
                <a:gd name="connsiteX16" fmla="*/ 4053340 w 6859500"/>
                <a:gd name="connsiteY16" fmla="*/ 6235893 h 6859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859500" h="6859500">
                  <a:moveTo>
                    <a:pt x="4053340" y="6235893"/>
                  </a:moveTo>
                  <a:lnTo>
                    <a:pt x="4053340" y="4053340"/>
                  </a:lnTo>
                  <a:lnTo>
                    <a:pt x="6235893" y="4053340"/>
                  </a:lnTo>
                  <a:cubicBezTo>
                    <a:pt x="6580293" y="4053340"/>
                    <a:pt x="6859501" y="3774132"/>
                    <a:pt x="6859501" y="3429731"/>
                  </a:cubicBezTo>
                  <a:cubicBezTo>
                    <a:pt x="6859501" y="3085330"/>
                    <a:pt x="6580332" y="2806123"/>
                    <a:pt x="6235893" y="2806123"/>
                  </a:cubicBezTo>
                  <a:lnTo>
                    <a:pt x="4053340" y="2806123"/>
                  </a:lnTo>
                  <a:lnTo>
                    <a:pt x="4053340" y="623608"/>
                  </a:lnTo>
                  <a:cubicBezTo>
                    <a:pt x="4053340" y="279208"/>
                    <a:pt x="3774171" y="0"/>
                    <a:pt x="3429731" y="0"/>
                  </a:cubicBezTo>
                  <a:cubicBezTo>
                    <a:pt x="3085330" y="0"/>
                    <a:pt x="2806123" y="279208"/>
                    <a:pt x="2806123" y="623608"/>
                  </a:cubicBezTo>
                  <a:lnTo>
                    <a:pt x="2806123" y="2806161"/>
                  </a:lnTo>
                  <a:lnTo>
                    <a:pt x="623608" y="2806161"/>
                  </a:lnTo>
                  <a:cubicBezTo>
                    <a:pt x="279208" y="2806161"/>
                    <a:pt x="0" y="3085369"/>
                    <a:pt x="0" y="3429731"/>
                  </a:cubicBezTo>
                  <a:cubicBezTo>
                    <a:pt x="0" y="3774132"/>
                    <a:pt x="279208" y="4053340"/>
                    <a:pt x="623608" y="4053340"/>
                  </a:cubicBezTo>
                  <a:lnTo>
                    <a:pt x="2806161" y="4053340"/>
                  </a:lnTo>
                  <a:lnTo>
                    <a:pt x="2806161" y="6235893"/>
                  </a:lnTo>
                  <a:cubicBezTo>
                    <a:pt x="2806161" y="6580293"/>
                    <a:pt x="3085369" y="6859501"/>
                    <a:pt x="3429770" y="6859501"/>
                  </a:cubicBezTo>
                  <a:cubicBezTo>
                    <a:pt x="3774171" y="6859501"/>
                    <a:pt x="4053340" y="6580293"/>
                    <a:pt x="4053340" y="6235893"/>
                  </a:cubicBezTo>
                  <a:close/>
                </a:path>
              </a:pathLst>
            </a:cu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endParaRPr lang="en-US"/>
            </a:p>
          </p:txBody>
        </p:sp>
        <p:sp useBgFill="1">
          <p:nvSpPr>
            <p:cNvPr id="15" name="Oval 14">
              <a:extLst>
                <a:ext uri="{FF2B5EF4-FFF2-40B4-BE49-F238E27FC236}">
                  <a16:creationId xmlns:a16="http://schemas.microsoft.com/office/drawing/2014/main" id="{4CA4D6DA-0C20-43AD-AD68-1F7A6E41E9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2613508" y="1824184"/>
              <a:ext cx="175876" cy="175876"/>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endParaRPr lang="en-US" dirty="0"/>
            </a:p>
          </p:txBody>
        </p:sp>
        <p:sp useBgFill="1">
          <p:nvSpPr>
            <p:cNvPr id="16" name="Oval 15">
              <a:extLst>
                <a:ext uri="{FF2B5EF4-FFF2-40B4-BE49-F238E27FC236}">
                  <a16:creationId xmlns:a16="http://schemas.microsoft.com/office/drawing/2014/main" id="{CE6E5024-CAC1-4B1A-8AAD-E805A19D9D9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2364188" y="914400"/>
              <a:ext cx="348801" cy="348801"/>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endParaRPr lang="en-US"/>
            </a:p>
          </p:txBody>
        </p:sp>
      </p:grpSp>
      <p:graphicFrame>
        <p:nvGraphicFramePr>
          <p:cNvPr id="5" name="Symbol zastępczy zawartości 2">
            <a:extLst>
              <a:ext uri="{FF2B5EF4-FFF2-40B4-BE49-F238E27FC236}">
                <a16:creationId xmlns:a16="http://schemas.microsoft.com/office/drawing/2014/main" id="{176D37DC-2BDF-E107-2083-77930EB9F196}"/>
              </a:ext>
            </a:extLst>
          </p:cNvPr>
          <p:cNvGraphicFramePr>
            <a:graphicFrameLocks noGrp="1"/>
          </p:cNvGraphicFramePr>
          <p:nvPr>
            <p:ph idx="1"/>
            <p:extLst>
              <p:ext uri="{D42A27DB-BD31-4B8C-83A1-F6EECF244321}">
                <p14:modId xmlns:p14="http://schemas.microsoft.com/office/powerpoint/2010/main" val="3234116657"/>
              </p:ext>
            </p:extLst>
          </p:nvPr>
        </p:nvGraphicFramePr>
        <p:xfrm>
          <a:off x="5181600" y="557189"/>
          <a:ext cx="6172199" cy="574361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8790790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467350EC-D9AE-4B11-F78A-83C41B3074C6}"/>
              </a:ext>
            </a:extLst>
          </p:cNvPr>
          <p:cNvSpPr>
            <a:spLocks noGrp="1"/>
          </p:cNvSpPr>
          <p:nvPr>
            <p:ph type="title"/>
          </p:nvPr>
        </p:nvSpPr>
        <p:spPr/>
        <p:txBody>
          <a:bodyPr>
            <a:normAutofit/>
          </a:bodyPr>
          <a:lstStyle/>
          <a:p>
            <a:r>
              <a:rPr lang="pl-PL" sz="3600" dirty="0"/>
              <a:t>Wyszukanie trójkąta, w którym zawiera się punkt</a:t>
            </a:r>
          </a:p>
        </p:txBody>
      </p:sp>
      <p:sp>
        <p:nvSpPr>
          <p:cNvPr id="3" name="Symbol zastępczy zawartości 2">
            <a:extLst>
              <a:ext uri="{FF2B5EF4-FFF2-40B4-BE49-F238E27FC236}">
                <a16:creationId xmlns:a16="http://schemas.microsoft.com/office/drawing/2014/main" id="{F6627021-A276-2E78-5E8A-49B75BC46D82}"/>
              </a:ext>
            </a:extLst>
          </p:cNvPr>
          <p:cNvSpPr>
            <a:spLocks noGrp="1"/>
          </p:cNvSpPr>
          <p:nvPr>
            <p:ph idx="1"/>
          </p:nvPr>
        </p:nvSpPr>
        <p:spPr>
          <a:xfrm>
            <a:off x="838200" y="1592162"/>
            <a:ext cx="10515600" cy="4351338"/>
          </a:xfrm>
        </p:spPr>
        <p:txBody>
          <a:bodyPr>
            <a:normAutofit/>
          </a:bodyPr>
          <a:lstStyle/>
          <a:p>
            <a:r>
              <a:rPr lang="pl-PL" sz="2000" dirty="0"/>
              <a:t>Wyszukiwanie odbywa się przy pomocy funkcji orient(), która przyjmuje </a:t>
            </a:r>
            <a:r>
              <a:rPr lang="pl-PL" sz="2000" dirty="0" err="1"/>
              <a:t>półkrawędź</a:t>
            </a:r>
            <a:r>
              <a:rPr lang="pl-PL" sz="2000" dirty="0"/>
              <a:t> oraz dany punkt. </a:t>
            </a:r>
            <a:r>
              <a:rPr lang="pl-PL" sz="2000" dirty="0" err="1"/>
              <a:t>Półkrawędzie</a:t>
            </a:r>
            <a:r>
              <a:rPr lang="pl-PL" sz="2000" dirty="0"/>
              <a:t> są skierowane otrzymujemy, zatem informacje czy punkt leży po prawej czy po lewej danej </a:t>
            </a:r>
            <a:r>
              <a:rPr lang="pl-PL" sz="2000" dirty="0" err="1"/>
              <a:t>półkrawędzi</a:t>
            </a:r>
            <a:r>
              <a:rPr lang="pl-PL" sz="2000" dirty="0"/>
              <a:t>. Każdy trójkąt reprezentowany jest przez trzy </a:t>
            </a:r>
            <a:r>
              <a:rPr lang="pl-PL" sz="2000" dirty="0" err="1"/>
              <a:t>półkrawędzie</a:t>
            </a:r>
            <a:r>
              <a:rPr lang="pl-PL" sz="2000" dirty="0"/>
              <a:t> skierowane przeciwnie do wskazówek zegara. Jeśli funkcja orient dla danego trójkąta zwróci dodatnią wartość (punkt leży po lewej) dla wszystkich </a:t>
            </a:r>
            <a:r>
              <a:rPr lang="pl-PL" sz="2000" dirty="0" err="1"/>
              <a:t>półkrawędzi</a:t>
            </a:r>
            <a:r>
              <a:rPr lang="pl-PL" sz="2000" dirty="0"/>
              <a:t> to oznacza iż rozpatrywany trójkąt jest szukanym. Gdy dla którejkolwiek z </a:t>
            </a:r>
            <a:r>
              <a:rPr lang="pl-PL" sz="2000" dirty="0" err="1"/>
              <a:t>półkrawędzi</a:t>
            </a:r>
            <a:r>
              <a:rPr lang="pl-PL" sz="2000" dirty="0"/>
              <a:t> punkt leży po prawej porzucamy aktualnie rozpatrywany trójkąt i przechodzimy do sąsiada sąsiadującego rozpatrywaną krawędzią.</a:t>
            </a:r>
          </a:p>
        </p:txBody>
      </p:sp>
      <p:pic>
        <p:nvPicPr>
          <p:cNvPr id="5" name="Obraz 4">
            <a:extLst>
              <a:ext uri="{FF2B5EF4-FFF2-40B4-BE49-F238E27FC236}">
                <a16:creationId xmlns:a16="http://schemas.microsoft.com/office/drawing/2014/main" id="{7232F2DD-288F-AE83-973C-9CDB21F7D586}"/>
              </a:ext>
            </a:extLst>
          </p:cNvPr>
          <p:cNvPicPr>
            <a:picLocks noChangeAspect="1"/>
          </p:cNvPicPr>
          <p:nvPr/>
        </p:nvPicPr>
        <p:blipFill>
          <a:blip r:embed="rId2"/>
          <a:stretch>
            <a:fillRect/>
          </a:stretch>
        </p:blipFill>
        <p:spPr>
          <a:xfrm>
            <a:off x="3497985" y="4142685"/>
            <a:ext cx="4682977" cy="2246306"/>
          </a:xfrm>
          <a:prstGeom prst="rect">
            <a:avLst/>
          </a:prstGeom>
        </p:spPr>
      </p:pic>
    </p:spTree>
    <p:extLst>
      <p:ext uri="{BB962C8B-B14F-4D97-AF65-F5344CB8AC3E}">
        <p14:creationId xmlns:p14="http://schemas.microsoft.com/office/powerpoint/2010/main" val="218207310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213FED21-391B-EEB9-A9C4-B38571B167B1}"/>
              </a:ext>
            </a:extLst>
          </p:cNvPr>
          <p:cNvSpPr>
            <a:spLocks noGrp="1"/>
          </p:cNvSpPr>
          <p:nvPr>
            <p:ph type="title"/>
          </p:nvPr>
        </p:nvSpPr>
        <p:spPr/>
        <p:txBody>
          <a:bodyPr/>
          <a:lstStyle/>
          <a:p>
            <a:r>
              <a:rPr lang="pl-PL" dirty="0"/>
              <a:t>Wyszukiwanie trójkątów, których otoczki zawierają dany punkt</a:t>
            </a:r>
          </a:p>
        </p:txBody>
      </p:sp>
      <p:sp>
        <p:nvSpPr>
          <p:cNvPr id="3" name="Symbol zastępczy zawartości 2">
            <a:extLst>
              <a:ext uri="{FF2B5EF4-FFF2-40B4-BE49-F238E27FC236}">
                <a16:creationId xmlns:a16="http://schemas.microsoft.com/office/drawing/2014/main" id="{A0571A51-52EE-B221-FE5C-A62DDEF57148}"/>
              </a:ext>
            </a:extLst>
          </p:cNvPr>
          <p:cNvSpPr>
            <a:spLocks noGrp="1"/>
          </p:cNvSpPr>
          <p:nvPr>
            <p:ph idx="1"/>
          </p:nvPr>
        </p:nvSpPr>
        <p:spPr/>
        <p:txBody>
          <a:bodyPr/>
          <a:lstStyle/>
          <a:p>
            <a:r>
              <a:rPr lang="pl-PL" dirty="0"/>
              <a:t>Po znalezieniu trójkąta zawierającego wstawiany punkt przy pomocy przeszukiwanie w szerz (BFS) szukamy wszystkich trójkątów, które w swej otoczce zawierają wstawiany punkt.</a:t>
            </a:r>
          </a:p>
          <a:p>
            <a:r>
              <a:rPr lang="pl-PL" dirty="0"/>
              <a:t>Realizacja BFS:</a:t>
            </a:r>
          </a:p>
          <a:p>
            <a:pPr marL="0" indent="0">
              <a:buNone/>
            </a:pPr>
            <a:r>
              <a:rPr lang="pl-PL" dirty="0"/>
              <a:t>	Jeśli dany trójkąt w swej otoczce zawiera dany punkt, do kolejki dodawane są wszystkie trójkąty będące sąsiadami rozpatrywanego, algorytm wykonuje się dopóki wszystkie trójkąty zawierające w swym okręgu opisanym wstawiany punkt nie zostaną przetworzone.</a:t>
            </a:r>
          </a:p>
        </p:txBody>
      </p:sp>
    </p:spTree>
    <p:extLst>
      <p:ext uri="{BB962C8B-B14F-4D97-AF65-F5344CB8AC3E}">
        <p14:creationId xmlns:p14="http://schemas.microsoft.com/office/powerpoint/2010/main" val="247554546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6AD7DC1A-FE4F-55BA-5863-C941E73BCE15}"/>
              </a:ext>
            </a:extLst>
          </p:cNvPr>
          <p:cNvSpPr>
            <a:spLocks noGrp="1"/>
          </p:cNvSpPr>
          <p:nvPr>
            <p:ph type="title"/>
          </p:nvPr>
        </p:nvSpPr>
        <p:spPr>
          <a:xfrm>
            <a:off x="1013616" y="1017139"/>
            <a:ext cx="9711128" cy="819337"/>
          </a:xfrm>
        </p:spPr>
        <p:txBody>
          <a:bodyPr>
            <a:noAutofit/>
          </a:bodyPr>
          <a:lstStyle/>
          <a:p>
            <a:r>
              <a:rPr lang="pl-PL" sz="1600" dirty="0"/>
              <a:t>Na pierwszym rysunku widać okręgi opisane na dwóch trójkątach, w których zawiera się wstawiany punkt. Następnie zostały one usunięte i zastąpione trójkątami utworzonymi poprzez połączenie dodawanego punktu z punktami będącymi wierzchołkami wielokąta utworzonego przez usunięte trójkąty.</a:t>
            </a:r>
          </a:p>
        </p:txBody>
      </p:sp>
      <p:pic>
        <p:nvPicPr>
          <p:cNvPr id="13" name="Obraz 12">
            <a:extLst>
              <a:ext uri="{FF2B5EF4-FFF2-40B4-BE49-F238E27FC236}">
                <a16:creationId xmlns:a16="http://schemas.microsoft.com/office/drawing/2014/main" id="{A8B77254-4B12-AB84-EE81-64A541D35B77}"/>
              </a:ext>
            </a:extLst>
          </p:cNvPr>
          <p:cNvPicPr>
            <a:picLocks noChangeAspect="1"/>
          </p:cNvPicPr>
          <p:nvPr/>
        </p:nvPicPr>
        <p:blipFill>
          <a:blip r:embed="rId2"/>
          <a:stretch>
            <a:fillRect/>
          </a:stretch>
        </p:blipFill>
        <p:spPr>
          <a:xfrm>
            <a:off x="509081" y="2013626"/>
            <a:ext cx="5216863" cy="3928095"/>
          </a:xfrm>
          <a:prstGeom prst="rect">
            <a:avLst/>
          </a:prstGeom>
        </p:spPr>
      </p:pic>
      <p:pic>
        <p:nvPicPr>
          <p:cNvPr id="15" name="Obraz 14">
            <a:extLst>
              <a:ext uri="{FF2B5EF4-FFF2-40B4-BE49-F238E27FC236}">
                <a16:creationId xmlns:a16="http://schemas.microsoft.com/office/drawing/2014/main" id="{5D645A24-CC93-CE47-A0A7-1F7150935299}"/>
              </a:ext>
            </a:extLst>
          </p:cNvPr>
          <p:cNvPicPr>
            <a:picLocks noChangeAspect="1"/>
          </p:cNvPicPr>
          <p:nvPr/>
        </p:nvPicPr>
        <p:blipFill>
          <a:blip r:embed="rId3"/>
          <a:stretch>
            <a:fillRect/>
          </a:stretch>
        </p:blipFill>
        <p:spPr>
          <a:xfrm>
            <a:off x="5714801" y="1681006"/>
            <a:ext cx="5680953" cy="4260715"/>
          </a:xfrm>
          <a:prstGeom prst="rect">
            <a:avLst/>
          </a:prstGeom>
        </p:spPr>
      </p:pic>
      <mc:AlternateContent xmlns:mc="http://schemas.openxmlformats.org/markup-compatibility/2006" xmlns:p14="http://schemas.microsoft.com/office/powerpoint/2010/main">
        <mc:Choice Requires="p14">
          <p:contentPart p14:bwMode="auto" r:id="rId4">
            <p14:nvContentPartPr>
              <p14:cNvPr id="19" name="Pismo odręczne 18">
                <a:extLst>
                  <a:ext uri="{FF2B5EF4-FFF2-40B4-BE49-F238E27FC236}">
                    <a16:creationId xmlns:a16="http://schemas.microsoft.com/office/drawing/2014/main" id="{AD73410C-6B1A-8503-2F8F-6FFB92D5841D}"/>
                  </a:ext>
                </a:extLst>
              </p14:cNvPr>
              <p14:cNvContentPartPr/>
              <p14:nvPr/>
            </p14:nvContentPartPr>
            <p14:xfrm>
              <a:off x="3369401" y="2363883"/>
              <a:ext cx="1982520" cy="2939400"/>
            </p14:xfrm>
          </p:contentPart>
        </mc:Choice>
        <mc:Fallback xmlns="">
          <p:pic>
            <p:nvPicPr>
              <p:cNvPr id="19" name="Pismo odręczne 18">
                <a:extLst>
                  <a:ext uri="{FF2B5EF4-FFF2-40B4-BE49-F238E27FC236}">
                    <a16:creationId xmlns:a16="http://schemas.microsoft.com/office/drawing/2014/main" id="{AD73410C-6B1A-8503-2F8F-6FFB92D5841D}"/>
                  </a:ext>
                </a:extLst>
              </p:cNvPr>
              <p:cNvPicPr/>
              <p:nvPr/>
            </p:nvPicPr>
            <p:blipFill>
              <a:blip r:embed="rId5"/>
              <a:stretch>
                <a:fillRect/>
              </a:stretch>
            </p:blipFill>
            <p:spPr>
              <a:xfrm>
                <a:off x="3333401" y="2292243"/>
                <a:ext cx="2054160" cy="308304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20" name="Pismo odręczne 19">
                <a:extLst>
                  <a:ext uri="{FF2B5EF4-FFF2-40B4-BE49-F238E27FC236}">
                    <a16:creationId xmlns:a16="http://schemas.microsoft.com/office/drawing/2014/main" id="{A71B7832-9B78-DE11-7D19-5CE78F03C08B}"/>
                  </a:ext>
                </a:extLst>
              </p14:cNvPr>
              <p14:cNvContentPartPr/>
              <p14:nvPr/>
            </p14:nvContentPartPr>
            <p14:xfrm>
              <a:off x="3367601" y="2416083"/>
              <a:ext cx="461880" cy="2373840"/>
            </p14:xfrm>
          </p:contentPart>
        </mc:Choice>
        <mc:Fallback xmlns="">
          <p:pic>
            <p:nvPicPr>
              <p:cNvPr id="20" name="Pismo odręczne 19">
                <a:extLst>
                  <a:ext uri="{FF2B5EF4-FFF2-40B4-BE49-F238E27FC236}">
                    <a16:creationId xmlns:a16="http://schemas.microsoft.com/office/drawing/2014/main" id="{A71B7832-9B78-DE11-7D19-5CE78F03C08B}"/>
                  </a:ext>
                </a:extLst>
              </p:cNvPr>
              <p:cNvPicPr/>
              <p:nvPr/>
            </p:nvPicPr>
            <p:blipFill>
              <a:blip r:embed="rId7"/>
              <a:stretch>
                <a:fillRect/>
              </a:stretch>
            </p:blipFill>
            <p:spPr>
              <a:xfrm>
                <a:off x="3331961" y="2344443"/>
                <a:ext cx="533520" cy="251748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21" name="Pismo odręczne 20">
                <a:extLst>
                  <a:ext uri="{FF2B5EF4-FFF2-40B4-BE49-F238E27FC236}">
                    <a16:creationId xmlns:a16="http://schemas.microsoft.com/office/drawing/2014/main" id="{C0800961-3FB0-EFBE-8D3A-AB1A4D88A693}"/>
                  </a:ext>
                </a:extLst>
              </p14:cNvPr>
              <p14:cNvContentPartPr/>
              <p14:nvPr/>
            </p14:nvContentPartPr>
            <p14:xfrm>
              <a:off x="2824361" y="2398443"/>
              <a:ext cx="519480" cy="2442600"/>
            </p14:xfrm>
          </p:contentPart>
        </mc:Choice>
        <mc:Fallback xmlns="">
          <p:pic>
            <p:nvPicPr>
              <p:cNvPr id="21" name="Pismo odręczne 20">
                <a:extLst>
                  <a:ext uri="{FF2B5EF4-FFF2-40B4-BE49-F238E27FC236}">
                    <a16:creationId xmlns:a16="http://schemas.microsoft.com/office/drawing/2014/main" id="{C0800961-3FB0-EFBE-8D3A-AB1A4D88A693}"/>
                  </a:ext>
                </a:extLst>
              </p:cNvPr>
              <p:cNvPicPr/>
              <p:nvPr/>
            </p:nvPicPr>
            <p:blipFill>
              <a:blip r:embed="rId9"/>
              <a:stretch>
                <a:fillRect/>
              </a:stretch>
            </p:blipFill>
            <p:spPr>
              <a:xfrm>
                <a:off x="2788361" y="2326803"/>
                <a:ext cx="591120" cy="258624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22" name="Pismo odręczne 21">
                <a:extLst>
                  <a:ext uri="{FF2B5EF4-FFF2-40B4-BE49-F238E27FC236}">
                    <a16:creationId xmlns:a16="http://schemas.microsoft.com/office/drawing/2014/main" id="{68BBC957-2A4B-CD6F-EE32-C86315CAB447}"/>
                  </a:ext>
                </a:extLst>
              </p14:cNvPr>
              <p14:cNvContentPartPr/>
              <p14:nvPr/>
            </p14:nvContentPartPr>
            <p14:xfrm>
              <a:off x="2860001" y="4789563"/>
              <a:ext cx="933480" cy="16560"/>
            </p14:xfrm>
          </p:contentPart>
        </mc:Choice>
        <mc:Fallback xmlns="">
          <p:pic>
            <p:nvPicPr>
              <p:cNvPr id="22" name="Pismo odręczne 21">
                <a:extLst>
                  <a:ext uri="{FF2B5EF4-FFF2-40B4-BE49-F238E27FC236}">
                    <a16:creationId xmlns:a16="http://schemas.microsoft.com/office/drawing/2014/main" id="{68BBC957-2A4B-CD6F-EE32-C86315CAB447}"/>
                  </a:ext>
                </a:extLst>
              </p:cNvPr>
              <p:cNvPicPr/>
              <p:nvPr/>
            </p:nvPicPr>
            <p:blipFill>
              <a:blip r:embed="rId11"/>
              <a:stretch>
                <a:fillRect/>
              </a:stretch>
            </p:blipFill>
            <p:spPr>
              <a:xfrm>
                <a:off x="2824361" y="4717923"/>
                <a:ext cx="1005120" cy="1602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23" name="Pismo odręczne 22">
                <a:extLst>
                  <a:ext uri="{FF2B5EF4-FFF2-40B4-BE49-F238E27FC236}">
                    <a16:creationId xmlns:a16="http://schemas.microsoft.com/office/drawing/2014/main" id="{37E026FD-EBBC-BA56-0987-1F24FC972B7A}"/>
                  </a:ext>
                </a:extLst>
              </p14:cNvPr>
              <p14:cNvContentPartPr/>
              <p14:nvPr/>
            </p14:nvContentPartPr>
            <p14:xfrm>
              <a:off x="3830561" y="4791363"/>
              <a:ext cx="1423080" cy="462600"/>
            </p14:xfrm>
          </p:contentPart>
        </mc:Choice>
        <mc:Fallback xmlns="">
          <p:pic>
            <p:nvPicPr>
              <p:cNvPr id="23" name="Pismo odręczne 22">
                <a:extLst>
                  <a:ext uri="{FF2B5EF4-FFF2-40B4-BE49-F238E27FC236}">
                    <a16:creationId xmlns:a16="http://schemas.microsoft.com/office/drawing/2014/main" id="{37E026FD-EBBC-BA56-0987-1F24FC972B7A}"/>
                  </a:ext>
                </a:extLst>
              </p:cNvPr>
              <p:cNvPicPr/>
              <p:nvPr/>
            </p:nvPicPr>
            <p:blipFill>
              <a:blip r:embed="rId13"/>
              <a:stretch>
                <a:fillRect/>
              </a:stretch>
            </p:blipFill>
            <p:spPr>
              <a:xfrm>
                <a:off x="3794921" y="4719723"/>
                <a:ext cx="1494720" cy="6062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24" name="Pismo odręczne 23">
                <a:extLst>
                  <a:ext uri="{FF2B5EF4-FFF2-40B4-BE49-F238E27FC236}">
                    <a16:creationId xmlns:a16="http://schemas.microsoft.com/office/drawing/2014/main" id="{529A4378-7117-DCB7-47A3-805E540F2D2E}"/>
                  </a:ext>
                </a:extLst>
              </p14:cNvPr>
              <p14:cNvContentPartPr/>
              <p14:nvPr/>
            </p14:nvContentPartPr>
            <p14:xfrm>
              <a:off x="8623961" y="2393763"/>
              <a:ext cx="475920" cy="1380960"/>
            </p14:xfrm>
          </p:contentPart>
        </mc:Choice>
        <mc:Fallback xmlns="">
          <p:pic>
            <p:nvPicPr>
              <p:cNvPr id="24" name="Pismo odręczne 23">
                <a:extLst>
                  <a:ext uri="{FF2B5EF4-FFF2-40B4-BE49-F238E27FC236}">
                    <a16:creationId xmlns:a16="http://schemas.microsoft.com/office/drawing/2014/main" id="{529A4378-7117-DCB7-47A3-805E540F2D2E}"/>
                  </a:ext>
                </a:extLst>
              </p:cNvPr>
              <p:cNvPicPr/>
              <p:nvPr/>
            </p:nvPicPr>
            <p:blipFill>
              <a:blip r:embed="rId15"/>
              <a:stretch>
                <a:fillRect/>
              </a:stretch>
            </p:blipFill>
            <p:spPr>
              <a:xfrm>
                <a:off x="8588321" y="2322123"/>
                <a:ext cx="547560" cy="152460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25" name="Pismo odręczne 24">
                <a:extLst>
                  <a:ext uri="{FF2B5EF4-FFF2-40B4-BE49-F238E27FC236}">
                    <a16:creationId xmlns:a16="http://schemas.microsoft.com/office/drawing/2014/main" id="{A55B08E2-82F5-95AF-1D98-53C3CB347694}"/>
                  </a:ext>
                </a:extLst>
              </p14:cNvPr>
              <p14:cNvContentPartPr/>
              <p14:nvPr/>
            </p14:nvContentPartPr>
            <p14:xfrm>
              <a:off x="9126521" y="3840243"/>
              <a:ext cx="1434960" cy="1434960"/>
            </p14:xfrm>
          </p:contentPart>
        </mc:Choice>
        <mc:Fallback xmlns="">
          <p:pic>
            <p:nvPicPr>
              <p:cNvPr id="25" name="Pismo odręczne 24">
                <a:extLst>
                  <a:ext uri="{FF2B5EF4-FFF2-40B4-BE49-F238E27FC236}">
                    <a16:creationId xmlns:a16="http://schemas.microsoft.com/office/drawing/2014/main" id="{A55B08E2-82F5-95AF-1D98-53C3CB347694}"/>
                  </a:ext>
                </a:extLst>
              </p:cNvPr>
              <p:cNvPicPr/>
              <p:nvPr/>
            </p:nvPicPr>
            <p:blipFill>
              <a:blip r:embed="rId17"/>
              <a:stretch>
                <a:fillRect/>
              </a:stretch>
            </p:blipFill>
            <p:spPr>
              <a:xfrm>
                <a:off x="9090521" y="3768243"/>
                <a:ext cx="1506600" cy="157860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26" name="Pismo odręczne 25">
                <a:extLst>
                  <a:ext uri="{FF2B5EF4-FFF2-40B4-BE49-F238E27FC236}">
                    <a16:creationId xmlns:a16="http://schemas.microsoft.com/office/drawing/2014/main" id="{C1FAD77F-60A5-278F-9912-E1EC5250CF5C}"/>
                  </a:ext>
                </a:extLst>
              </p14:cNvPr>
              <p14:cNvContentPartPr/>
              <p14:nvPr/>
            </p14:nvContentPartPr>
            <p14:xfrm>
              <a:off x="9091961" y="3891003"/>
              <a:ext cx="360" cy="903600"/>
            </p14:xfrm>
          </p:contentPart>
        </mc:Choice>
        <mc:Fallback xmlns="">
          <p:pic>
            <p:nvPicPr>
              <p:cNvPr id="26" name="Pismo odręczne 25">
                <a:extLst>
                  <a:ext uri="{FF2B5EF4-FFF2-40B4-BE49-F238E27FC236}">
                    <a16:creationId xmlns:a16="http://schemas.microsoft.com/office/drawing/2014/main" id="{C1FAD77F-60A5-278F-9912-E1EC5250CF5C}"/>
                  </a:ext>
                </a:extLst>
              </p:cNvPr>
              <p:cNvPicPr/>
              <p:nvPr/>
            </p:nvPicPr>
            <p:blipFill>
              <a:blip r:embed="rId19"/>
              <a:stretch>
                <a:fillRect/>
              </a:stretch>
            </p:blipFill>
            <p:spPr>
              <a:xfrm>
                <a:off x="9055961" y="3819363"/>
                <a:ext cx="72000" cy="104724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27" name="Pismo odręczne 26">
                <a:extLst>
                  <a:ext uri="{FF2B5EF4-FFF2-40B4-BE49-F238E27FC236}">
                    <a16:creationId xmlns:a16="http://schemas.microsoft.com/office/drawing/2014/main" id="{BBD8F8AB-45F8-973B-B50A-EFD8954123A6}"/>
                  </a:ext>
                </a:extLst>
              </p14:cNvPr>
              <p14:cNvContentPartPr/>
              <p14:nvPr/>
            </p14:nvContentPartPr>
            <p14:xfrm>
              <a:off x="8141201" y="3899643"/>
              <a:ext cx="943200" cy="943200"/>
            </p14:xfrm>
          </p:contentPart>
        </mc:Choice>
        <mc:Fallback xmlns="">
          <p:pic>
            <p:nvPicPr>
              <p:cNvPr id="27" name="Pismo odręczne 26">
                <a:extLst>
                  <a:ext uri="{FF2B5EF4-FFF2-40B4-BE49-F238E27FC236}">
                    <a16:creationId xmlns:a16="http://schemas.microsoft.com/office/drawing/2014/main" id="{BBD8F8AB-45F8-973B-B50A-EFD8954123A6}"/>
                  </a:ext>
                </a:extLst>
              </p:cNvPr>
              <p:cNvPicPr/>
              <p:nvPr/>
            </p:nvPicPr>
            <p:blipFill>
              <a:blip r:embed="rId21"/>
              <a:stretch>
                <a:fillRect/>
              </a:stretch>
            </p:blipFill>
            <p:spPr>
              <a:xfrm>
                <a:off x="8105561" y="3827643"/>
                <a:ext cx="1014840" cy="1086840"/>
              </a:xfrm>
              <a:prstGeom prst="rect">
                <a:avLst/>
              </a:prstGeom>
            </p:spPr>
          </p:pic>
        </mc:Fallback>
      </mc:AlternateContent>
      <p:sp>
        <p:nvSpPr>
          <p:cNvPr id="28" name="pole tekstowe 27">
            <a:extLst>
              <a:ext uri="{FF2B5EF4-FFF2-40B4-BE49-F238E27FC236}">
                <a16:creationId xmlns:a16="http://schemas.microsoft.com/office/drawing/2014/main" id="{93FEB875-4FC5-5617-5133-093F3C8B71EE}"/>
              </a:ext>
            </a:extLst>
          </p:cNvPr>
          <p:cNvSpPr txBox="1"/>
          <p:nvPr/>
        </p:nvSpPr>
        <p:spPr>
          <a:xfrm>
            <a:off x="882293" y="430554"/>
            <a:ext cx="9973775" cy="461665"/>
          </a:xfrm>
          <a:prstGeom prst="rect">
            <a:avLst/>
          </a:prstGeom>
          <a:noFill/>
        </p:spPr>
        <p:txBody>
          <a:bodyPr wrap="square" rtlCol="0">
            <a:spAutoFit/>
          </a:bodyPr>
          <a:lstStyle/>
          <a:p>
            <a:r>
              <a:rPr lang="pl-PL" sz="2400" b="1" dirty="0"/>
              <a:t>Graficzna reprezentacja dodawania punktu</a:t>
            </a:r>
          </a:p>
        </p:txBody>
      </p:sp>
    </p:spTree>
    <p:extLst>
      <p:ext uri="{BB962C8B-B14F-4D97-AF65-F5344CB8AC3E}">
        <p14:creationId xmlns:p14="http://schemas.microsoft.com/office/powerpoint/2010/main" val="261416969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C4F2BF67-740E-12C5-46CB-E3485682E0E2}"/>
              </a:ext>
            </a:extLst>
          </p:cNvPr>
          <p:cNvSpPr>
            <a:spLocks noGrp="1"/>
          </p:cNvSpPr>
          <p:nvPr>
            <p:ph type="title"/>
          </p:nvPr>
        </p:nvSpPr>
        <p:spPr/>
        <p:txBody>
          <a:bodyPr/>
          <a:lstStyle/>
          <a:p>
            <a:r>
              <a:rPr lang="pl-PL" dirty="0"/>
              <a:t>2. Odzyskiwanie krawędzi</a:t>
            </a:r>
          </a:p>
        </p:txBody>
      </p:sp>
      <p:sp>
        <p:nvSpPr>
          <p:cNvPr id="3" name="Symbol zastępczy zawartości 2">
            <a:extLst>
              <a:ext uri="{FF2B5EF4-FFF2-40B4-BE49-F238E27FC236}">
                <a16:creationId xmlns:a16="http://schemas.microsoft.com/office/drawing/2014/main" id="{325315DA-0225-6E31-67C9-88D0E930BC77}"/>
              </a:ext>
            </a:extLst>
          </p:cNvPr>
          <p:cNvSpPr>
            <a:spLocks noGrp="1"/>
          </p:cNvSpPr>
          <p:nvPr>
            <p:ph idx="1"/>
          </p:nvPr>
        </p:nvSpPr>
        <p:spPr>
          <a:xfrm>
            <a:off x="838200" y="1825625"/>
            <a:ext cx="9084013" cy="3524588"/>
          </a:xfrm>
        </p:spPr>
        <p:txBody>
          <a:bodyPr>
            <a:normAutofit/>
          </a:bodyPr>
          <a:lstStyle/>
          <a:p>
            <a:r>
              <a:rPr lang="pl-PL" sz="2000" dirty="0"/>
              <a:t>Po pierwszym etapie otrzymujemy triangulację </a:t>
            </a:r>
            <a:r>
              <a:rPr lang="pl-PL" sz="2000" dirty="0" err="1"/>
              <a:t>Delaunay’a</a:t>
            </a:r>
            <a:r>
              <a:rPr lang="pl-PL" sz="2000" dirty="0"/>
              <a:t>, jednak nie uwzględnia ona boków wielokąta, którego triangulację chcieliśmy otrzymać. Zatem następnym etapem będzie modyfikacja triangulacji, aby była ona triangulacją wielokąta, a nie tylko triangulacją zbioru punktów.</a:t>
            </a:r>
          </a:p>
        </p:txBody>
      </p:sp>
      <p:pic>
        <p:nvPicPr>
          <p:cNvPr id="6" name="Obraz 5">
            <a:extLst>
              <a:ext uri="{FF2B5EF4-FFF2-40B4-BE49-F238E27FC236}">
                <a16:creationId xmlns:a16="http://schemas.microsoft.com/office/drawing/2014/main" id="{B15CDA51-F4F9-AFF1-F2A0-14769D86CFE2}"/>
              </a:ext>
            </a:extLst>
          </p:cNvPr>
          <p:cNvPicPr>
            <a:picLocks noChangeAspect="1"/>
          </p:cNvPicPr>
          <p:nvPr/>
        </p:nvPicPr>
        <p:blipFill>
          <a:blip r:embed="rId2"/>
          <a:stretch>
            <a:fillRect/>
          </a:stretch>
        </p:blipFill>
        <p:spPr>
          <a:xfrm>
            <a:off x="1126292" y="2960148"/>
            <a:ext cx="4710304" cy="3532727"/>
          </a:xfrm>
          <a:prstGeom prst="rect">
            <a:avLst/>
          </a:prstGeom>
        </p:spPr>
      </p:pic>
      <p:pic>
        <p:nvPicPr>
          <p:cNvPr id="8" name="Obraz 7">
            <a:extLst>
              <a:ext uri="{FF2B5EF4-FFF2-40B4-BE49-F238E27FC236}">
                <a16:creationId xmlns:a16="http://schemas.microsoft.com/office/drawing/2014/main" id="{559AD491-D21E-E5AC-5209-C27FF9F9ADCC}"/>
              </a:ext>
            </a:extLst>
          </p:cNvPr>
          <p:cNvPicPr>
            <a:picLocks noChangeAspect="1"/>
          </p:cNvPicPr>
          <p:nvPr/>
        </p:nvPicPr>
        <p:blipFill>
          <a:blip r:embed="rId3"/>
          <a:stretch>
            <a:fillRect/>
          </a:stretch>
        </p:blipFill>
        <p:spPr>
          <a:xfrm>
            <a:off x="5972784" y="2960147"/>
            <a:ext cx="4710304" cy="3532728"/>
          </a:xfrm>
          <a:prstGeom prst="rect">
            <a:avLst/>
          </a:prstGeom>
        </p:spPr>
      </p:pic>
    </p:spTree>
    <p:extLst>
      <p:ext uri="{BB962C8B-B14F-4D97-AF65-F5344CB8AC3E}">
        <p14:creationId xmlns:p14="http://schemas.microsoft.com/office/powerpoint/2010/main" val="234293149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7" name="Rectangle 26">
            <a:extLst>
              <a:ext uri="{FF2B5EF4-FFF2-40B4-BE49-F238E27FC236}">
                <a16:creationId xmlns:a16="http://schemas.microsoft.com/office/drawing/2014/main" id="{25AD4A59-91FA-4E30-8F32-A8AB51F768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3848" cap="flat">
            <a:noFill/>
            <a:prstDash val="solid"/>
            <a:miter/>
          </a:ln>
          <a:effectLst/>
        </p:spPr>
        <p:txBody>
          <a:bodyPr rtlCol="0" anchor="ctr"/>
          <a:lstStyle/>
          <a:p>
            <a:endParaRPr lang="en-US" dirty="0">
              <a:solidFill>
                <a:schemeClr val="tx1"/>
              </a:solidFill>
            </a:endParaRPr>
          </a:p>
        </p:txBody>
      </p:sp>
      <p:sp>
        <p:nvSpPr>
          <p:cNvPr id="29" name="Rectangle 28">
            <a:extLst>
              <a:ext uri="{FF2B5EF4-FFF2-40B4-BE49-F238E27FC236}">
                <a16:creationId xmlns:a16="http://schemas.microsoft.com/office/drawing/2014/main" id="{D7DCD0B9-88C8-4BC3-823A-3B58378A1B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FFFFFF">
              <a:alpha val="10000"/>
            </a:srgbClr>
          </a:solidFill>
          <a:ln w="3848" cap="flat">
            <a:noFill/>
            <a:prstDash val="solid"/>
            <a:miter/>
          </a:ln>
          <a:effectLst/>
        </p:spPr>
        <p:txBody>
          <a:bodyPr rtlCol="0" anchor="ctr"/>
          <a:lstStyle/>
          <a:p>
            <a:endParaRPr lang="en-US" dirty="0">
              <a:solidFill>
                <a:schemeClr val="tx1"/>
              </a:solidFill>
            </a:endParaRPr>
          </a:p>
        </p:txBody>
      </p:sp>
      <p:sp>
        <p:nvSpPr>
          <p:cNvPr id="31" name="Rectangle 30">
            <a:extLst>
              <a:ext uri="{FF2B5EF4-FFF2-40B4-BE49-F238E27FC236}">
                <a16:creationId xmlns:a16="http://schemas.microsoft.com/office/drawing/2014/main" id="{EC573421-E13D-4DC7-941E-D69004176E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73785" y="1219200"/>
            <a:ext cx="7011420" cy="3886200"/>
          </a:xfrm>
          <a:prstGeom prst="rect">
            <a:avLst/>
          </a:prstGeom>
          <a:solidFill>
            <a:schemeClr val="bg1"/>
          </a:solidFill>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endParaRPr lang="en-US">
              <a:solidFill>
                <a:schemeClr val="tx1"/>
              </a:solidFill>
            </a:endParaRPr>
          </a:p>
        </p:txBody>
      </p:sp>
      <p:grpSp>
        <p:nvGrpSpPr>
          <p:cNvPr id="33" name="Group 32">
            <a:extLst>
              <a:ext uri="{FF2B5EF4-FFF2-40B4-BE49-F238E27FC236}">
                <a16:creationId xmlns:a16="http://schemas.microsoft.com/office/drawing/2014/main" id="{1881ABF8-7E92-45C1-A112-1EE08D4377A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6698" y="883994"/>
            <a:ext cx="11578102" cy="5068387"/>
            <a:chOff x="207697" y="189413"/>
            <a:chExt cx="11578102" cy="5068387"/>
          </a:xfrm>
        </p:grpSpPr>
        <p:sp useBgFill="1">
          <p:nvSpPr>
            <p:cNvPr id="34" name="Graphic 10">
              <a:extLst>
                <a:ext uri="{FF2B5EF4-FFF2-40B4-BE49-F238E27FC236}">
                  <a16:creationId xmlns:a16="http://schemas.microsoft.com/office/drawing/2014/main" id="{C7AE767F-4FE7-4F41-88CC-39F79551C6F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2700000">
              <a:off x="207697" y="189413"/>
              <a:ext cx="1261009" cy="1261009"/>
            </a:xfrm>
            <a:custGeom>
              <a:avLst/>
              <a:gdLst>
                <a:gd name="connsiteX0" fmla="*/ 4053340 w 6859500"/>
                <a:gd name="connsiteY0" fmla="*/ 6235893 h 6859500"/>
                <a:gd name="connsiteX1" fmla="*/ 4053340 w 6859500"/>
                <a:gd name="connsiteY1" fmla="*/ 4053340 h 6859500"/>
                <a:gd name="connsiteX2" fmla="*/ 6235893 w 6859500"/>
                <a:gd name="connsiteY2" fmla="*/ 4053340 h 6859500"/>
                <a:gd name="connsiteX3" fmla="*/ 6859501 w 6859500"/>
                <a:gd name="connsiteY3" fmla="*/ 3429731 h 6859500"/>
                <a:gd name="connsiteX4" fmla="*/ 6235893 w 6859500"/>
                <a:gd name="connsiteY4" fmla="*/ 2806123 h 6859500"/>
                <a:gd name="connsiteX5" fmla="*/ 4053340 w 6859500"/>
                <a:gd name="connsiteY5" fmla="*/ 2806123 h 6859500"/>
                <a:gd name="connsiteX6" fmla="*/ 4053340 w 6859500"/>
                <a:gd name="connsiteY6" fmla="*/ 623608 h 6859500"/>
                <a:gd name="connsiteX7" fmla="*/ 3429731 w 6859500"/>
                <a:gd name="connsiteY7" fmla="*/ 0 h 6859500"/>
                <a:gd name="connsiteX8" fmla="*/ 2806123 w 6859500"/>
                <a:gd name="connsiteY8" fmla="*/ 623608 h 6859500"/>
                <a:gd name="connsiteX9" fmla="*/ 2806123 w 6859500"/>
                <a:gd name="connsiteY9" fmla="*/ 2806161 h 6859500"/>
                <a:gd name="connsiteX10" fmla="*/ 623608 w 6859500"/>
                <a:gd name="connsiteY10" fmla="*/ 2806161 h 6859500"/>
                <a:gd name="connsiteX11" fmla="*/ 0 w 6859500"/>
                <a:gd name="connsiteY11" fmla="*/ 3429731 h 6859500"/>
                <a:gd name="connsiteX12" fmla="*/ 623608 w 6859500"/>
                <a:gd name="connsiteY12" fmla="*/ 4053340 h 6859500"/>
                <a:gd name="connsiteX13" fmla="*/ 2806161 w 6859500"/>
                <a:gd name="connsiteY13" fmla="*/ 4053340 h 6859500"/>
                <a:gd name="connsiteX14" fmla="*/ 2806161 w 6859500"/>
                <a:gd name="connsiteY14" fmla="*/ 6235893 h 6859500"/>
                <a:gd name="connsiteX15" fmla="*/ 3429770 w 6859500"/>
                <a:gd name="connsiteY15" fmla="*/ 6859501 h 6859500"/>
                <a:gd name="connsiteX16" fmla="*/ 4053340 w 6859500"/>
                <a:gd name="connsiteY16" fmla="*/ 6235893 h 6859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859500" h="6859500">
                  <a:moveTo>
                    <a:pt x="4053340" y="6235893"/>
                  </a:moveTo>
                  <a:lnTo>
                    <a:pt x="4053340" y="4053340"/>
                  </a:lnTo>
                  <a:lnTo>
                    <a:pt x="6235893" y="4053340"/>
                  </a:lnTo>
                  <a:cubicBezTo>
                    <a:pt x="6580293" y="4053340"/>
                    <a:pt x="6859501" y="3774132"/>
                    <a:pt x="6859501" y="3429731"/>
                  </a:cubicBezTo>
                  <a:cubicBezTo>
                    <a:pt x="6859501" y="3085330"/>
                    <a:pt x="6580332" y="2806123"/>
                    <a:pt x="6235893" y="2806123"/>
                  </a:cubicBezTo>
                  <a:lnTo>
                    <a:pt x="4053340" y="2806123"/>
                  </a:lnTo>
                  <a:lnTo>
                    <a:pt x="4053340" y="623608"/>
                  </a:lnTo>
                  <a:cubicBezTo>
                    <a:pt x="4053340" y="279208"/>
                    <a:pt x="3774171" y="0"/>
                    <a:pt x="3429731" y="0"/>
                  </a:cubicBezTo>
                  <a:cubicBezTo>
                    <a:pt x="3085330" y="0"/>
                    <a:pt x="2806123" y="279208"/>
                    <a:pt x="2806123" y="623608"/>
                  </a:cubicBezTo>
                  <a:lnTo>
                    <a:pt x="2806123" y="2806161"/>
                  </a:lnTo>
                  <a:lnTo>
                    <a:pt x="623608" y="2806161"/>
                  </a:lnTo>
                  <a:cubicBezTo>
                    <a:pt x="279208" y="2806161"/>
                    <a:pt x="0" y="3085369"/>
                    <a:pt x="0" y="3429731"/>
                  </a:cubicBezTo>
                  <a:cubicBezTo>
                    <a:pt x="0" y="3774132"/>
                    <a:pt x="279208" y="4053340"/>
                    <a:pt x="623608" y="4053340"/>
                  </a:cubicBezTo>
                  <a:lnTo>
                    <a:pt x="2806161" y="4053340"/>
                  </a:lnTo>
                  <a:lnTo>
                    <a:pt x="2806161" y="6235893"/>
                  </a:lnTo>
                  <a:cubicBezTo>
                    <a:pt x="2806161" y="6580293"/>
                    <a:pt x="3085369" y="6859501"/>
                    <a:pt x="3429770" y="6859501"/>
                  </a:cubicBezTo>
                  <a:cubicBezTo>
                    <a:pt x="3774171" y="6859501"/>
                    <a:pt x="4053340" y="6580293"/>
                    <a:pt x="4053340" y="6235893"/>
                  </a:cubicBezTo>
                  <a:close/>
                </a:path>
              </a:pathLst>
            </a:cu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endParaRPr lang="en-US"/>
            </a:p>
          </p:txBody>
        </p:sp>
        <p:sp useBgFill="1">
          <p:nvSpPr>
            <p:cNvPr id="35" name="Oval 34">
              <a:extLst>
                <a:ext uri="{FF2B5EF4-FFF2-40B4-BE49-F238E27FC236}">
                  <a16:creationId xmlns:a16="http://schemas.microsoft.com/office/drawing/2014/main" id="{804D656C-24B0-4DEE-B4FE-FDE6D0FEA98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2091908" y="1414509"/>
              <a:ext cx="297077" cy="297077"/>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endParaRPr lang="en-US" dirty="0"/>
            </a:p>
          </p:txBody>
        </p:sp>
        <p:sp useBgFill="1">
          <p:nvSpPr>
            <p:cNvPr id="36" name="Oval 35">
              <a:extLst>
                <a:ext uri="{FF2B5EF4-FFF2-40B4-BE49-F238E27FC236}">
                  <a16:creationId xmlns:a16="http://schemas.microsoft.com/office/drawing/2014/main" id="{E34E9770-911A-437D-9D23-344D51F50E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1695456" y="625555"/>
              <a:ext cx="388723" cy="388723"/>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endParaRPr lang="en-US"/>
            </a:p>
          </p:txBody>
        </p:sp>
        <p:sp useBgFill="1">
          <p:nvSpPr>
            <p:cNvPr id="37" name="Oval 36">
              <a:extLst>
                <a:ext uri="{FF2B5EF4-FFF2-40B4-BE49-F238E27FC236}">
                  <a16:creationId xmlns:a16="http://schemas.microsoft.com/office/drawing/2014/main" id="{92D6B461-0AF2-4637-BBF4-3845230EB1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11480999" y="4953000"/>
              <a:ext cx="304800" cy="304800"/>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endParaRPr lang="en-US"/>
            </a:p>
          </p:txBody>
        </p:sp>
      </p:grpSp>
      <p:sp>
        <p:nvSpPr>
          <p:cNvPr id="2" name="Tytuł 1">
            <a:extLst>
              <a:ext uri="{FF2B5EF4-FFF2-40B4-BE49-F238E27FC236}">
                <a16:creationId xmlns:a16="http://schemas.microsoft.com/office/drawing/2014/main" id="{7A3DE96D-B00E-07A7-FCC9-1F406136072D}"/>
              </a:ext>
            </a:extLst>
          </p:cNvPr>
          <p:cNvSpPr>
            <a:spLocks noGrp="1"/>
          </p:cNvSpPr>
          <p:nvPr>
            <p:ph type="title"/>
          </p:nvPr>
        </p:nvSpPr>
        <p:spPr>
          <a:xfrm>
            <a:off x="457200" y="126927"/>
            <a:ext cx="4267201" cy="2775141"/>
          </a:xfrm>
        </p:spPr>
        <p:txBody>
          <a:bodyPr anchor="b">
            <a:normAutofit/>
          </a:bodyPr>
          <a:lstStyle/>
          <a:p>
            <a:r>
              <a:rPr lang="pl-PL" dirty="0"/>
              <a:t>Wykrywanie przecięć</a:t>
            </a:r>
          </a:p>
        </p:txBody>
      </p:sp>
      <p:sp>
        <p:nvSpPr>
          <p:cNvPr id="3" name="Symbol zastępczy zawartości 2">
            <a:extLst>
              <a:ext uri="{FF2B5EF4-FFF2-40B4-BE49-F238E27FC236}">
                <a16:creationId xmlns:a16="http://schemas.microsoft.com/office/drawing/2014/main" id="{C6E2EE8D-0C53-8EBF-A2C0-4C6F7A88B9A8}"/>
              </a:ext>
            </a:extLst>
          </p:cNvPr>
          <p:cNvSpPr>
            <a:spLocks noGrp="1"/>
          </p:cNvSpPr>
          <p:nvPr>
            <p:ph idx="1"/>
          </p:nvPr>
        </p:nvSpPr>
        <p:spPr>
          <a:xfrm>
            <a:off x="457200" y="3103473"/>
            <a:ext cx="4267194" cy="3197332"/>
          </a:xfrm>
        </p:spPr>
        <p:txBody>
          <a:bodyPr anchor="t">
            <a:normAutofit/>
          </a:bodyPr>
          <a:lstStyle/>
          <a:p>
            <a:r>
              <a:rPr lang="pl-PL" sz="1300" dirty="0"/>
              <a:t>Aby uzyskać triangulację wielokąta, iterujemy po każdej jego krawędzi i sprawdzamy, czy jest ona zawarta w powstałej triangulacji, jeśli nie, wyszukujemy krawędzie triangulacji, które ją przecinają i zastępujemy je.</a:t>
            </a:r>
          </a:p>
          <a:p>
            <a:r>
              <a:rPr lang="pl-PL" sz="1300" dirty="0"/>
              <a:t>Samo wykrywanie przecięć realizowane jest również za pomocą funkcji orient() zwracającej liczbę dodatnia, jeśli punkt znajduje się po lewej stronie </a:t>
            </a:r>
            <a:r>
              <a:rPr lang="pl-PL" sz="1300" dirty="0" err="1"/>
              <a:t>półkrawędzi</a:t>
            </a:r>
            <a:r>
              <a:rPr lang="pl-PL" sz="1300" dirty="0"/>
              <a:t>, a ujemną jeśli po prawej. Zatem warunkiem koniecznym, aby dwie krawędzie się przecinały jest ujemny iloczyn wyników </a:t>
            </a:r>
            <a:r>
              <a:rPr lang="pl-PL" sz="1300" dirty="0" err="1"/>
              <a:t>wywołań</a:t>
            </a:r>
            <a:r>
              <a:rPr lang="pl-PL" sz="1300" dirty="0"/>
              <a:t> orient dla danej </a:t>
            </a:r>
            <a:r>
              <a:rPr lang="pl-PL" sz="1300" dirty="0" err="1"/>
              <a:t>półkrawędzi</a:t>
            </a:r>
            <a:r>
              <a:rPr lang="pl-PL" sz="1300" dirty="0"/>
              <a:t>, mianowicie dla punkt C i D względem </a:t>
            </a:r>
            <a:r>
              <a:rPr lang="pl-PL" sz="1300" dirty="0" err="1"/>
              <a:t>półkrawędzi</a:t>
            </a:r>
            <a:r>
              <a:rPr lang="pl-PL" sz="1300" dirty="0"/>
              <a:t> AB oraz A i B względem CD.</a:t>
            </a:r>
          </a:p>
        </p:txBody>
      </p:sp>
      <p:pic>
        <p:nvPicPr>
          <p:cNvPr id="9" name="Obraz 8">
            <a:extLst>
              <a:ext uri="{FF2B5EF4-FFF2-40B4-BE49-F238E27FC236}">
                <a16:creationId xmlns:a16="http://schemas.microsoft.com/office/drawing/2014/main" id="{27414670-A372-6AA8-6A5B-A8FD4BF71D3D}"/>
              </a:ext>
            </a:extLst>
          </p:cNvPr>
          <p:cNvPicPr>
            <a:picLocks noChangeAspect="1"/>
          </p:cNvPicPr>
          <p:nvPr/>
        </p:nvPicPr>
        <p:blipFill>
          <a:blip r:embed="rId2"/>
          <a:stretch>
            <a:fillRect/>
          </a:stretch>
        </p:blipFill>
        <p:spPr>
          <a:xfrm>
            <a:off x="5366432" y="1812265"/>
            <a:ext cx="2883353" cy="2724769"/>
          </a:xfrm>
          <a:prstGeom prst="rect">
            <a:avLst/>
          </a:prstGeom>
        </p:spPr>
      </p:pic>
      <p:pic>
        <p:nvPicPr>
          <p:cNvPr id="11" name="Obraz 10">
            <a:extLst>
              <a:ext uri="{FF2B5EF4-FFF2-40B4-BE49-F238E27FC236}">
                <a16:creationId xmlns:a16="http://schemas.microsoft.com/office/drawing/2014/main" id="{33715BAF-6E34-AC94-524C-E78D1D7FEDF1}"/>
              </a:ext>
            </a:extLst>
          </p:cNvPr>
          <p:cNvPicPr>
            <a:picLocks noChangeAspect="1"/>
          </p:cNvPicPr>
          <p:nvPr/>
        </p:nvPicPr>
        <p:blipFill>
          <a:blip r:embed="rId3"/>
          <a:stretch>
            <a:fillRect/>
          </a:stretch>
        </p:blipFill>
        <p:spPr>
          <a:xfrm>
            <a:off x="8566832" y="1908064"/>
            <a:ext cx="2883353" cy="2530142"/>
          </a:xfrm>
          <a:prstGeom prst="rect">
            <a:avLst/>
          </a:prstGeom>
        </p:spPr>
      </p:pic>
    </p:spTree>
    <p:extLst>
      <p:ext uri="{BB962C8B-B14F-4D97-AF65-F5344CB8AC3E}">
        <p14:creationId xmlns:p14="http://schemas.microsoft.com/office/powerpoint/2010/main" val="380809785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5AD4A59-91FA-4E30-8F32-A8AB51F768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3848" cap="flat">
            <a:noFill/>
            <a:prstDash val="solid"/>
            <a:miter/>
          </a:ln>
          <a:effectLst/>
        </p:spPr>
        <p:txBody>
          <a:bodyPr rtlCol="0" anchor="ctr"/>
          <a:lstStyle/>
          <a:p>
            <a:endParaRPr lang="en-US" dirty="0">
              <a:solidFill>
                <a:schemeClr val="tx1"/>
              </a:solidFill>
            </a:endParaRPr>
          </a:p>
        </p:txBody>
      </p:sp>
      <p:sp>
        <p:nvSpPr>
          <p:cNvPr id="12" name="Rectangle 11">
            <a:extLst>
              <a:ext uri="{FF2B5EF4-FFF2-40B4-BE49-F238E27FC236}">
                <a16:creationId xmlns:a16="http://schemas.microsoft.com/office/drawing/2014/main" id="{CDFF45EF-8068-49B8-AFAE-404F6EB188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FFFFFF">
              <a:alpha val="10000"/>
            </a:srgbClr>
          </a:solidFill>
          <a:ln w="3848" cap="flat">
            <a:noFill/>
            <a:prstDash val="solid"/>
            <a:miter/>
          </a:ln>
          <a:effectLst/>
        </p:spPr>
        <p:txBody>
          <a:bodyPr rtlCol="0" anchor="ctr"/>
          <a:lstStyle/>
          <a:p>
            <a:endParaRPr lang="en-US" dirty="0">
              <a:solidFill>
                <a:schemeClr val="tx1"/>
              </a:solidFill>
            </a:endParaRPr>
          </a:p>
        </p:txBody>
      </p:sp>
      <p:grpSp>
        <p:nvGrpSpPr>
          <p:cNvPr id="14" name="Group 13">
            <a:extLst>
              <a:ext uri="{FF2B5EF4-FFF2-40B4-BE49-F238E27FC236}">
                <a16:creationId xmlns:a16="http://schemas.microsoft.com/office/drawing/2014/main" id="{187DE861-9AC3-4AA5-B885-AF8EBE9480A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734076" y="241085"/>
            <a:ext cx="1165681" cy="5612701"/>
            <a:chOff x="10734076" y="241085"/>
            <a:chExt cx="1165681" cy="5612701"/>
          </a:xfrm>
        </p:grpSpPr>
        <p:sp useBgFill="1">
          <p:nvSpPr>
            <p:cNvPr id="15" name="Graphic 10">
              <a:extLst>
                <a:ext uri="{FF2B5EF4-FFF2-40B4-BE49-F238E27FC236}">
                  <a16:creationId xmlns:a16="http://schemas.microsoft.com/office/drawing/2014/main" id="{D43C1A1E-DA50-4210-9A1D-5437CBFEFF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2700000">
              <a:off x="10891156" y="241085"/>
              <a:ext cx="925287" cy="925287"/>
            </a:xfrm>
            <a:custGeom>
              <a:avLst/>
              <a:gdLst>
                <a:gd name="connsiteX0" fmla="*/ 4053340 w 6859500"/>
                <a:gd name="connsiteY0" fmla="*/ 6235893 h 6859500"/>
                <a:gd name="connsiteX1" fmla="*/ 4053340 w 6859500"/>
                <a:gd name="connsiteY1" fmla="*/ 4053340 h 6859500"/>
                <a:gd name="connsiteX2" fmla="*/ 6235893 w 6859500"/>
                <a:gd name="connsiteY2" fmla="*/ 4053340 h 6859500"/>
                <a:gd name="connsiteX3" fmla="*/ 6859501 w 6859500"/>
                <a:gd name="connsiteY3" fmla="*/ 3429731 h 6859500"/>
                <a:gd name="connsiteX4" fmla="*/ 6235893 w 6859500"/>
                <a:gd name="connsiteY4" fmla="*/ 2806123 h 6859500"/>
                <a:gd name="connsiteX5" fmla="*/ 4053340 w 6859500"/>
                <a:gd name="connsiteY5" fmla="*/ 2806123 h 6859500"/>
                <a:gd name="connsiteX6" fmla="*/ 4053340 w 6859500"/>
                <a:gd name="connsiteY6" fmla="*/ 623608 h 6859500"/>
                <a:gd name="connsiteX7" fmla="*/ 3429731 w 6859500"/>
                <a:gd name="connsiteY7" fmla="*/ 0 h 6859500"/>
                <a:gd name="connsiteX8" fmla="*/ 2806123 w 6859500"/>
                <a:gd name="connsiteY8" fmla="*/ 623608 h 6859500"/>
                <a:gd name="connsiteX9" fmla="*/ 2806123 w 6859500"/>
                <a:gd name="connsiteY9" fmla="*/ 2806161 h 6859500"/>
                <a:gd name="connsiteX10" fmla="*/ 623608 w 6859500"/>
                <a:gd name="connsiteY10" fmla="*/ 2806161 h 6859500"/>
                <a:gd name="connsiteX11" fmla="*/ 0 w 6859500"/>
                <a:gd name="connsiteY11" fmla="*/ 3429731 h 6859500"/>
                <a:gd name="connsiteX12" fmla="*/ 623608 w 6859500"/>
                <a:gd name="connsiteY12" fmla="*/ 4053340 h 6859500"/>
                <a:gd name="connsiteX13" fmla="*/ 2806161 w 6859500"/>
                <a:gd name="connsiteY13" fmla="*/ 4053340 h 6859500"/>
                <a:gd name="connsiteX14" fmla="*/ 2806161 w 6859500"/>
                <a:gd name="connsiteY14" fmla="*/ 6235893 h 6859500"/>
                <a:gd name="connsiteX15" fmla="*/ 3429770 w 6859500"/>
                <a:gd name="connsiteY15" fmla="*/ 6859501 h 6859500"/>
                <a:gd name="connsiteX16" fmla="*/ 4053340 w 6859500"/>
                <a:gd name="connsiteY16" fmla="*/ 6235893 h 6859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859500" h="6859500">
                  <a:moveTo>
                    <a:pt x="4053340" y="6235893"/>
                  </a:moveTo>
                  <a:lnTo>
                    <a:pt x="4053340" y="4053340"/>
                  </a:lnTo>
                  <a:lnTo>
                    <a:pt x="6235893" y="4053340"/>
                  </a:lnTo>
                  <a:cubicBezTo>
                    <a:pt x="6580293" y="4053340"/>
                    <a:pt x="6859501" y="3774132"/>
                    <a:pt x="6859501" y="3429731"/>
                  </a:cubicBezTo>
                  <a:cubicBezTo>
                    <a:pt x="6859501" y="3085330"/>
                    <a:pt x="6580332" y="2806123"/>
                    <a:pt x="6235893" y="2806123"/>
                  </a:cubicBezTo>
                  <a:lnTo>
                    <a:pt x="4053340" y="2806123"/>
                  </a:lnTo>
                  <a:lnTo>
                    <a:pt x="4053340" y="623608"/>
                  </a:lnTo>
                  <a:cubicBezTo>
                    <a:pt x="4053340" y="279208"/>
                    <a:pt x="3774171" y="0"/>
                    <a:pt x="3429731" y="0"/>
                  </a:cubicBezTo>
                  <a:cubicBezTo>
                    <a:pt x="3085330" y="0"/>
                    <a:pt x="2806123" y="279208"/>
                    <a:pt x="2806123" y="623608"/>
                  </a:cubicBezTo>
                  <a:lnTo>
                    <a:pt x="2806123" y="2806161"/>
                  </a:lnTo>
                  <a:lnTo>
                    <a:pt x="623608" y="2806161"/>
                  </a:lnTo>
                  <a:cubicBezTo>
                    <a:pt x="279208" y="2806161"/>
                    <a:pt x="0" y="3085369"/>
                    <a:pt x="0" y="3429731"/>
                  </a:cubicBezTo>
                  <a:cubicBezTo>
                    <a:pt x="0" y="3774132"/>
                    <a:pt x="279208" y="4053340"/>
                    <a:pt x="623608" y="4053340"/>
                  </a:cubicBezTo>
                  <a:lnTo>
                    <a:pt x="2806161" y="4053340"/>
                  </a:lnTo>
                  <a:lnTo>
                    <a:pt x="2806161" y="6235893"/>
                  </a:lnTo>
                  <a:cubicBezTo>
                    <a:pt x="2806161" y="6580293"/>
                    <a:pt x="3085369" y="6859501"/>
                    <a:pt x="3429770" y="6859501"/>
                  </a:cubicBezTo>
                  <a:cubicBezTo>
                    <a:pt x="3774171" y="6859501"/>
                    <a:pt x="4053340" y="6580293"/>
                    <a:pt x="4053340" y="6235893"/>
                  </a:cubicBezTo>
                  <a:close/>
                </a:path>
              </a:pathLst>
            </a:cu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endParaRPr lang="en-US" dirty="0"/>
            </a:p>
          </p:txBody>
        </p:sp>
        <p:sp useBgFill="1">
          <p:nvSpPr>
            <p:cNvPr id="16" name="Oval 15">
              <a:extLst>
                <a:ext uri="{FF2B5EF4-FFF2-40B4-BE49-F238E27FC236}">
                  <a16:creationId xmlns:a16="http://schemas.microsoft.com/office/drawing/2014/main" id="{7691169A-6B21-4B1F-96DF-2BD6D6BA0B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10734076" y="1394142"/>
              <a:ext cx="261660" cy="261660"/>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endParaRPr lang="en-US"/>
            </a:p>
          </p:txBody>
        </p:sp>
        <p:sp useBgFill="1">
          <p:nvSpPr>
            <p:cNvPr id="17" name="Oval 16">
              <a:extLst>
                <a:ext uri="{FF2B5EF4-FFF2-40B4-BE49-F238E27FC236}">
                  <a16:creationId xmlns:a16="http://schemas.microsoft.com/office/drawing/2014/main" id="{AFF485D7-DE5D-47EE-8B37-15E9B77B35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11474676" y="5428705"/>
              <a:ext cx="425081" cy="425081"/>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endParaRPr lang="en-US"/>
            </a:p>
          </p:txBody>
        </p:sp>
      </p:grpSp>
      <p:sp>
        <p:nvSpPr>
          <p:cNvPr id="2" name="Tytuł 1">
            <a:extLst>
              <a:ext uri="{FF2B5EF4-FFF2-40B4-BE49-F238E27FC236}">
                <a16:creationId xmlns:a16="http://schemas.microsoft.com/office/drawing/2014/main" id="{5D2B6FFA-E5F1-640E-CEEE-CDA67262FB5E}"/>
              </a:ext>
            </a:extLst>
          </p:cNvPr>
          <p:cNvSpPr>
            <a:spLocks noGrp="1"/>
          </p:cNvSpPr>
          <p:nvPr>
            <p:ph type="title"/>
          </p:nvPr>
        </p:nvSpPr>
        <p:spPr>
          <a:xfrm>
            <a:off x="457199" y="566490"/>
            <a:ext cx="11238347" cy="1502704"/>
          </a:xfrm>
        </p:spPr>
        <p:txBody>
          <a:bodyPr anchor="ctr">
            <a:normAutofit/>
          </a:bodyPr>
          <a:lstStyle/>
          <a:p>
            <a:r>
              <a:rPr lang="pl-PL" dirty="0"/>
              <a:t>3. Usuwanie trójkątów zewnętrznych</a:t>
            </a:r>
          </a:p>
        </p:txBody>
      </p:sp>
      <p:sp>
        <p:nvSpPr>
          <p:cNvPr id="3" name="Symbol zastępczy zawartości 2">
            <a:extLst>
              <a:ext uri="{FF2B5EF4-FFF2-40B4-BE49-F238E27FC236}">
                <a16:creationId xmlns:a16="http://schemas.microsoft.com/office/drawing/2014/main" id="{7100C057-9DF9-98CD-65A3-1F200F1BB281}"/>
              </a:ext>
            </a:extLst>
          </p:cNvPr>
          <p:cNvSpPr>
            <a:spLocks noGrp="1"/>
          </p:cNvSpPr>
          <p:nvPr>
            <p:ph idx="1"/>
          </p:nvPr>
        </p:nvSpPr>
        <p:spPr>
          <a:xfrm>
            <a:off x="457199" y="2286000"/>
            <a:ext cx="5470879" cy="4005510"/>
          </a:xfrm>
        </p:spPr>
        <p:txBody>
          <a:bodyPr anchor="t">
            <a:normAutofit/>
          </a:bodyPr>
          <a:lstStyle/>
          <a:p>
            <a:r>
              <a:rPr lang="pl-PL" sz="1800" dirty="0"/>
              <a:t> Wielokąt zadany jest przeciwnie do wskazówek zegara zatem biorąc </a:t>
            </a:r>
            <a:r>
              <a:rPr lang="pl-PL" sz="1800" dirty="0" err="1"/>
              <a:t>półkrawędź</a:t>
            </a:r>
            <a:r>
              <a:rPr lang="pl-PL" sz="1800" dirty="0"/>
              <a:t> z pierwszego do drugiego wierzchołka wiemy, że trójkąt, do której ona (ta </a:t>
            </a:r>
            <a:r>
              <a:rPr lang="pl-PL" sz="1800" dirty="0" err="1"/>
              <a:t>półkrawędź</a:t>
            </a:r>
            <a:r>
              <a:rPr lang="pl-PL" sz="1800" dirty="0"/>
              <a:t>) należy znajduje się wewnątrz wielokąta. Potem poruszając się po kolejnych sąsiadach rozpatrywanego trójkąta (możemy wejść do sąsiada pod warunkiem, że krawędź ich łącząca nie należy do wieloboku, bo wtedy wyszlibyśmy poza wielobok) oznaczamy trójkąty jako „odwiedzone”. Pozostałe trójkąty usuwamy, w ten sposób otrzymujemy ostateczną triangulacje </a:t>
            </a:r>
            <a:r>
              <a:rPr lang="pl-PL" sz="1800" dirty="0" err="1"/>
              <a:t>Delaunay’a</a:t>
            </a:r>
            <a:r>
              <a:rPr lang="pl-PL" sz="1800" dirty="0"/>
              <a:t>. Na rysunku wszystkie trójkąty poza oznaczonymi na zielono należącymi do wieloboku są do usunięcia</a:t>
            </a:r>
          </a:p>
          <a:p>
            <a:endParaRPr lang="pl-PL" sz="1800" dirty="0"/>
          </a:p>
        </p:txBody>
      </p:sp>
      <p:pic>
        <p:nvPicPr>
          <p:cNvPr id="5" name="Obraz 4">
            <a:extLst>
              <a:ext uri="{FF2B5EF4-FFF2-40B4-BE49-F238E27FC236}">
                <a16:creationId xmlns:a16="http://schemas.microsoft.com/office/drawing/2014/main" id="{9F5E98B6-E415-6D07-7AC6-9FE4B85EC43D}"/>
              </a:ext>
            </a:extLst>
          </p:cNvPr>
          <p:cNvPicPr>
            <a:picLocks noChangeAspect="1"/>
          </p:cNvPicPr>
          <p:nvPr/>
        </p:nvPicPr>
        <p:blipFill>
          <a:blip r:embed="rId2"/>
          <a:stretch>
            <a:fillRect/>
          </a:stretch>
        </p:blipFill>
        <p:spPr>
          <a:xfrm>
            <a:off x="6263924" y="2069194"/>
            <a:ext cx="5366909" cy="4038600"/>
          </a:xfrm>
          <a:prstGeom prst="rect">
            <a:avLst/>
          </a:prstGeom>
        </p:spPr>
      </p:pic>
    </p:spTree>
    <p:extLst>
      <p:ext uri="{BB962C8B-B14F-4D97-AF65-F5344CB8AC3E}">
        <p14:creationId xmlns:p14="http://schemas.microsoft.com/office/powerpoint/2010/main" val="361507016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D63317B1-7785-0C95-026D-F503362D66DF}"/>
              </a:ext>
            </a:extLst>
          </p:cNvPr>
          <p:cNvSpPr>
            <a:spLocks noGrp="1"/>
          </p:cNvSpPr>
          <p:nvPr>
            <p:ph type="title"/>
          </p:nvPr>
        </p:nvSpPr>
        <p:spPr/>
        <p:txBody>
          <a:bodyPr/>
          <a:lstStyle/>
          <a:p>
            <a:pPr algn="ctr"/>
            <a:r>
              <a:rPr lang="pl-PL" dirty="0"/>
              <a:t>Wizualizacja poszukiwania trójkątów wewnątrz przykładowego wieloboku</a:t>
            </a:r>
          </a:p>
        </p:txBody>
      </p:sp>
      <p:pic>
        <p:nvPicPr>
          <p:cNvPr id="9" name="Symbol zastępczy zawartości 8" descr="Obraz zawierający tekst, zrzut ekranu, Prostokąt, diagram&#10;&#10;Opis wygenerowany automatycznie">
            <a:extLst>
              <a:ext uri="{FF2B5EF4-FFF2-40B4-BE49-F238E27FC236}">
                <a16:creationId xmlns:a16="http://schemas.microsoft.com/office/drawing/2014/main" id="{10C76EA1-2C96-72F2-EC39-0AA3DF490BB5}"/>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195108" y="1825625"/>
            <a:ext cx="5801784" cy="4351338"/>
          </a:xfrm>
        </p:spPr>
      </p:pic>
    </p:spTree>
    <p:extLst>
      <p:ext uri="{BB962C8B-B14F-4D97-AF65-F5344CB8AC3E}">
        <p14:creationId xmlns:p14="http://schemas.microsoft.com/office/powerpoint/2010/main" val="364885810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5AD4A59-91FA-4E30-8F32-A8AB51F768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3848" cap="flat">
            <a:noFill/>
            <a:prstDash val="solid"/>
            <a:miter/>
          </a:ln>
          <a:effectLst/>
        </p:spPr>
        <p:txBody>
          <a:bodyPr rtlCol="0" anchor="ctr"/>
          <a:lstStyle/>
          <a:p>
            <a:endParaRPr lang="en-US" dirty="0">
              <a:solidFill>
                <a:schemeClr val="tx1"/>
              </a:solidFill>
            </a:endParaRPr>
          </a:p>
        </p:txBody>
      </p:sp>
      <p:sp>
        <p:nvSpPr>
          <p:cNvPr id="12" name="Rectangle 11">
            <a:extLst>
              <a:ext uri="{FF2B5EF4-FFF2-40B4-BE49-F238E27FC236}">
                <a16:creationId xmlns:a16="http://schemas.microsoft.com/office/drawing/2014/main" id="{CDFF45EF-8068-49B8-AFAE-404F6EB188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FFFFFF">
              <a:alpha val="10000"/>
            </a:srgbClr>
          </a:solidFill>
          <a:ln w="3848" cap="flat">
            <a:noFill/>
            <a:prstDash val="solid"/>
            <a:miter/>
          </a:ln>
          <a:effectLst/>
        </p:spPr>
        <p:txBody>
          <a:bodyPr rtlCol="0" anchor="ctr"/>
          <a:lstStyle/>
          <a:p>
            <a:endParaRPr lang="en-US" dirty="0">
              <a:solidFill>
                <a:schemeClr val="tx1"/>
              </a:solidFill>
            </a:endParaRPr>
          </a:p>
        </p:txBody>
      </p:sp>
      <p:grpSp>
        <p:nvGrpSpPr>
          <p:cNvPr id="14" name="Group 13">
            <a:extLst>
              <a:ext uri="{FF2B5EF4-FFF2-40B4-BE49-F238E27FC236}">
                <a16:creationId xmlns:a16="http://schemas.microsoft.com/office/drawing/2014/main" id="{187DE861-9AC3-4AA5-B885-AF8EBE9480A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734076" y="241085"/>
            <a:ext cx="1165681" cy="5612701"/>
            <a:chOff x="10734076" y="241085"/>
            <a:chExt cx="1165681" cy="5612701"/>
          </a:xfrm>
        </p:grpSpPr>
        <p:sp useBgFill="1">
          <p:nvSpPr>
            <p:cNvPr id="15" name="Graphic 10">
              <a:extLst>
                <a:ext uri="{FF2B5EF4-FFF2-40B4-BE49-F238E27FC236}">
                  <a16:creationId xmlns:a16="http://schemas.microsoft.com/office/drawing/2014/main" id="{D43C1A1E-DA50-4210-9A1D-5437CBFEFF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2700000">
              <a:off x="10891156" y="241085"/>
              <a:ext cx="925287" cy="925287"/>
            </a:xfrm>
            <a:custGeom>
              <a:avLst/>
              <a:gdLst>
                <a:gd name="connsiteX0" fmla="*/ 4053340 w 6859500"/>
                <a:gd name="connsiteY0" fmla="*/ 6235893 h 6859500"/>
                <a:gd name="connsiteX1" fmla="*/ 4053340 w 6859500"/>
                <a:gd name="connsiteY1" fmla="*/ 4053340 h 6859500"/>
                <a:gd name="connsiteX2" fmla="*/ 6235893 w 6859500"/>
                <a:gd name="connsiteY2" fmla="*/ 4053340 h 6859500"/>
                <a:gd name="connsiteX3" fmla="*/ 6859501 w 6859500"/>
                <a:gd name="connsiteY3" fmla="*/ 3429731 h 6859500"/>
                <a:gd name="connsiteX4" fmla="*/ 6235893 w 6859500"/>
                <a:gd name="connsiteY4" fmla="*/ 2806123 h 6859500"/>
                <a:gd name="connsiteX5" fmla="*/ 4053340 w 6859500"/>
                <a:gd name="connsiteY5" fmla="*/ 2806123 h 6859500"/>
                <a:gd name="connsiteX6" fmla="*/ 4053340 w 6859500"/>
                <a:gd name="connsiteY6" fmla="*/ 623608 h 6859500"/>
                <a:gd name="connsiteX7" fmla="*/ 3429731 w 6859500"/>
                <a:gd name="connsiteY7" fmla="*/ 0 h 6859500"/>
                <a:gd name="connsiteX8" fmla="*/ 2806123 w 6859500"/>
                <a:gd name="connsiteY8" fmla="*/ 623608 h 6859500"/>
                <a:gd name="connsiteX9" fmla="*/ 2806123 w 6859500"/>
                <a:gd name="connsiteY9" fmla="*/ 2806161 h 6859500"/>
                <a:gd name="connsiteX10" fmla="*/ 623608 w 6859500"/>
                <a:gd name="connsiteY10" fmla="*/ 2806161 h 6859500"/>
                <a:gd name="connsiteX11" fmla="*/ 0 w 6859500"/>
                <a:gd name="connsiteY11" fmla="*/ 3429731 h 6859500"/>
                <a:gd name="connsiteX12" fmla="*/ 623608 w 6859500"/>
                <a:gd name="connsiteY12" fmla="*/ 4053340 h 6859500"/>
                <a:gd name="connsiteX13" fmla="*/ 2806161 w 6859500"/>
                <a:gd name="connsiteY13" fmla="*/ 4053340 h 6859500"/>
                <a:gd name="connsiteX14" fmla="*/ 2806161 w 6859500"/>
                <a:gd name="connsiteY14" fmla="*/ 6235893 h 6859500"/>
                <a:gd name="connsiteX15" fmla="*/ 3429770 w 6859500"/>
                <a:gd name="connsiteY15" fmla="*/ 6859501 h 6859500"/>
                <a:gd name="connsiteX16" fmla="*/ 4053340 w 6859500"/>
                <a:gd name="connsiteY16" fmla="*/ 6235893 h 6859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859500" h="6859500">
                  <a:moveTo>
                    <a:pt x="4053340" y="6235893"/>
                  </a:moveTo>
                  <a:lnTo>
                    <a:pt x="4053340" y="4053340"/>
                  </a:lnTo>
                  <a:lnTo>
                    <a:pt x="6235893" y="4053340"/>
                  </a:lnTo>
                  <a:cubicBezTo>
                    <a:pt x="6580293" y="4053340"/>
                    <a:pt x="6859501" y="3774132"/>
                    <a:pt x="6859501" y="3429731"/>
                  </a:cubicBezTo>
                  <a:cubicBezTo>
                    <a:pt x="6859501" y="3085330"/>
                    <a:pt x="6580332" y="2806123"/>
                    <a:pt x="6235893" y="2806123"/>
                  </a:cubicBezTo>
                  <a:lnTo>
                    <a:pt x="4053340" y="2806123"/>
                  </a:lnTo>
                  <a:lnTo>
                    <a:pt x="4053340" y="623608"/>
                  </a:lnTo>
                  <a:cubicBezTo>
                    <a:pt x="4053340" y="279208"/>
                    <a:pt x="3774171" y="0"/>
                    <a:pt x="3429731" y="0"/>
                  </a:cubicBezTo>
                  <a:cubicBezTo>
                    <a:pt x="3085330" y="0"/>
                    <a:pt x="2806123" y="279208"/>
                    <a:pt x="2806123" y="623608"/>
                  </a:cubicBezTo>
                  <a:lnTo>
                    <a:pt x="2806123" y="2806161"/>
                  </a:lnTo>
                  <a:lnTo>
                    <a:pt x="623608" y="2806161"/>
                  </a:lnTo>
                  <a:cubicBezTo>
                    <a:pt x="279208" y="2806161"/>
                    <a:pt x="0" y="3085369"/>
                    <a:pt x="0" y="3429731"/>
                  </a:cubicBezTo>
                  <a:cubicBezTo>
                    <a:pt x="0" y="3774132"/>
                    <a:pt x="279208" y="4053340"/>
                    <a:pt x="623608" y="4053340"/>
                  </a:cubicBezTo>
                  <a:lnTo>
                    <a:pt x="2806161" y="4053340"/>
                  </a:lnTo>
                  <a:lnTo>
                    <a:pt x="2806161" y="6235893"/>
                  </a:lnTo>
                  <a:cubicBezTo>
                    <a:pt x="2806161" y="6580293"/>
                    <a:pt x="3085369" y="6859501"/>
                    <a:pt x="3429770" y="6859501"/>
                  </a:cubicBezTo>
                  <a:cubicBezTo>
                    <a:pt x="3774171" y="6859501"/>
                    <a:pt x="4053340" y="6580293"/>
                    <a:pt x="4053340" y="6235893"/>
                  </a:cubicBezTo>
                  <a:close/>
                </a:path>
              </a:pathLst>
            </a:cu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endParaRPr lang="en-US" dirty="0"/>
            </a:p>
          </p:txBody>
        </p:sp>
        <p:sp useBgFill="1">
          <p:nvSpPr>
            <p:cNvPr id="16" name="Oval 15">
              <a:extLst>
                <a:ext uri="{FF2B5EF4-FFF2-40B4-BE49-F238E27FC236}">
                  <a16:creationId xmlns:a16="http://schemas.microsoft.com/office/drawing/2014/main" id="{7691169A-6B21-4B1F-96DF-2BD6D6BA0B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10734076" y="1394142"/>
              <a:ext cx="261660" cy="261660"/>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endParaRPr lang="en-US"/>
            </a:p>
          </p:txBody>
        </p:sp>
        <p:sp useBgFill="1">
          <p:nvSpPr>
            <p:cNvPr id="17" name="Oval 16">
              <a:extLst>
                <a:ext uri="{FF2B5EF4-FFF2-40B4-BE49-F238E27FC236}">
                  <a16:creationId xmlns:a16="http://schemas.microsoft.com/office/drawing/2014/main" id="{AFF485D7-DE5D-47EE-8B37-15E9B77B35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11474676" y="5428705"/>
              <a:ext cx="425081" cy="425081"/>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endParaRPr lang="en-US"/>
            </a:p>
          </p:txBody>
        </p:sp>
      </p:grpSp>
      <p:sp>
        <p:nvSpPr>
          <p:cNvPr id="2" name="Tytuł 1">
            <a:extLst>
              <a:ext uri="{FF2B5EF4-FFF2-40B4-BE49-F238E27FC236}">
                <a16:creationId xmlns:a16="http://schemas.microsoft.com/office/drawing/2014/main" id="{E75741C4-52EB-3C83-0FFD-9BBD62C73E23}"/>
              </a:ext>
            </a:extLst>
          </p:cNvPr>
          <p:cNvSpPr>
            <a:spLocks noGrp="1"/>
          </p:cNvSpPr>
          <p:nvPr>
            <p:ph type="title"/>
          </p:nvPr>
        </p:nvSpPr>
        <p:spPr>
          <a:xfrm>
            <a:off x="457199" y="566490"/>
            <a:ext cx="11238347" cy="1502704"/>
          </a:xfrm>
        </p:spPr>
        <p:txBody>
          <a:bodyPr anchor="ctr">
            <a:normAutofit/>
          </a:bodyPr>
          <a:lstStyle/>
          <a:p>
            <a:r>
              <a:rPr lang="pl-PL" dirty="0"/>
              <a:t>Usuwanie nieodwiedzonych trójkątów</a:t>
            </a:r>
          </a:p>
        </p:txBody>
      </p:sp>
      <p:sp>
        <p:nvSpPr>
          <p:cNvPr id="3" name="Symbol zastępczy zawartości 2">
            <a:extLst>
              <a:ext uri="{FF2B5EF4-FFF2-40B4-BE49-F238E27FC236}">
                <a16:creationId xmlns:a16="http://schemas.microsoft.com/office/drawing/2014/main" id="{72372724-62D4-0E80-1F9D-0DFB36A32AFF}"/>
              </a:ext>
            </a:extLst>
          </p:cNvPr>
          <p:cNvSpPr>
            <a:spLocks noGrp="1"/>
          </p:cNvSpPr>
          <p:nvPr>
            <p:ph idx="1"/>
          </p:nvPr>
        </p:nvSpPr>
        <p:spPr>
          <a:xfrm>
            <a:off x="457199" y="2286000"/>
            <a:ext cx="5470879" cy="4005510"/>
          </a:xfrm>
        </p:spPr>
        <p:txBody>
          <a:bodyPr anchor="t">
            <a:normAutofit/>
          </a:bodyPr>
          <a:lstStyle/>
          <a:p>
            <a:r>
              <a:rPr lang="pl-PL" sz="1800" dirty="0"/>
              <a:t>Ostatnim etapem triangulacji </a:t>
            </a:r>
            <a:r>
              <a:rPr lang="pl-PL" sz="1800" dirty="0" err="1"/>
              <a:t>Delaunay’a</a:t>
            </a:r>
            <a:r>
              <a:rPr lang="pl-PL" sz="1800" dirty="0"/>
              <a:t> wieloboku jest usunięcie trójkątów triangulacji, nie zawierających się w wieloboku. Odbywa się to iterując po trójkątach triangulacji, jeśli dany nie został odwiedzony to usuwany jest z ostatecznej triangulacji.</a:t>
            </a:r>
          </a:p>
          <a:p>
            <a:r>
              <a:rPr lang="pl-PL" sz="1800" dirty="0"/>
              <a:t> Ostateczna postać triangulacji dla przykładu z poprzedniego slajdu znajduje się obok.</a:t>
            </a:r>
          </a:p>
        </p:txBody>
      </p:sp>
      <p:pic>
        <p:nvPicPr>
          <p:cNvPr id="5" name="Obraz 4">
            <a:extLst>
              <a:ext uri="{FF2B5EF4-FFF2-40B4-BE49-F238E27FC236}">
                <a16:creationId xmlns:a16="http://schemas.microsoft.com/office/drawing/2014/main" id="{84D6863C-994C-0DCB-A171-42721B55EDC0}"/>
              </a:ext>
            </a:extLst>
          </p:cNvPr>
          <p:cNvPicPr>
            <a:picLocks noChangeAspect="1"/>
          </p:cNvPicPr>
          <p:nvPr/>
        </p:nvPicPr>
        <p:blipFill>
          <a:blip r:embed="rId2"/>
          <a:stretch>
            <a:fillRect/>
          </a:stretch>
        </p:blipFill>
        <p:spPr>
          <a:xfrm>
            <a:off x="6232270" y="2286000"/>
            <a:ext cx="5384800" cy="4038600"/>
          </a:xfrm>
          <a:prstGeom prst="rect">
            <a:avLst/>
          </a:prstGeom>
        </p:spPr>
      </p:pic>
    </p:spTree>
    <p:extLst>
      <p:ext uri="{BB962C8B-B14F-4D97-AF65-F5344CB8AC3E}">
        <p14:creationId xmlns:p14="http://schemas.microsoft.com/office/powerpoint/2010/main" val="59834556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25AD4A59-91FA-4E30-8F32-A8AB51F768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3848" cap="flat">
            <a:noFill/>
            <a:prstDash val="solid"/>
            <a:miter/>
          </a:ln>
          <a:effectLst/>
        </p:spPr>
        <p:txBody>
          <a:bodyPr rtlCol="0" anchor="ctr"/>
          <a:lstStyle/>
          <a:p>
            <a:endParaRPr lang="en-US" dirty="0">
              <a:solidFill>
                <a:schemeClr val="tx1"/>
              </a:solidFill>
            </a:endParaRPr>
          </a:p>
        </p:txBody>
      </p:sp>
      <p:sp>
        <p:nvSpPr>
          <p:cNvPr id="10" name="Rectangle 9">
            <a:extLst>
              <a:ext uri="{FF2B5EF4-FFF2-40B4-BE49-F238E27FC236}">
                <a16:creationId xmlns:a16="http://schemas.microsoft.com/office/drawing/2014/main" id="{CDFF45EF-8068-49B8-AFAE-404F6EB188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FFFFFF">
              <a:alpha val="10000"/>
            </a:srgbClr>
          </a:solidFill>
          <a:ln w="3848" cap="flat">
            <a:noFill/>
            <a:prstDash val="solid"/>
            <a:miter/>
          </a:ln>
          <a:effectLst/>
        </p:spPr>
        <p:txBody>
          <a:bodyPr rtlCol="0" anchor="ctr"/>
          <a:lstStyle/>
          <a:p>
            <a:endParaRPr lang="en-US" dirty="0">
              <a:solidFill>
                <a:schemeClr val="tx1"/>
              </a:solidFill>
            </a:endParaRPr>
          </a:p>
        </p:txBody>
      </p:sp>
      <p:sp>
        <p:nvSpPr>
          <p:cNvPr id="12" name="Rectangle 11">
            <a:extLst>
              <a:ext uri="{FF2B5EF4-FFF2-40B4-BE49-F238E27FC236}">
                <a16:creationId xmlns:a16="http://schemas.microsoft.com/office/drawing/2014/main" id="{301212FA-3FAE-4729-825F-6618CD4146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214" y="-2"/>
            <a:ext cx="12188952" cy="6858001"/>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4" name="Group 13">
            <a:extLst>
              <a:ext uri="{FF2B5EF4-FFF2-40B4-BE49-F238E27FC236}">
                <a16:creationId xmlns:a16="http://schemas.microsoft.com/office/drawing/2014/main" id="{5C921CEF-5829-422A-8B7E-C7CFB1148FD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4766" y="168477"/>
            <a:ext cx="11959928" cy="6064877"/>
            <a:chOff x="34766" y="168477"/>
            <a:chExt cx="11959928" cy="6064877"/>
          </a:xfrm>
        </p:grpSpPr>
        <p:sp>
          <p:nvSpPr>
            <p:cNvPr id="15" name="Graphic 10">
              <a:extLst>
                <a:ext uri="{FF2B5EF4-FFF2-40B4-BE49-F238E27FC236}">
                  <a16:creationId xmlns:a16="http://schemas.microsoft.com/office/drawing/2014/main" id="{5C623D89-3F4C-41A4-A696-39EE558586D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2700000">
              <a:off x="34766" y="455426"/>
              <a:ext cx="1349244" cy="1349244"/>
            </a:xfrm>
            <a:custGeom>
              <a:avLst/>
              <a:gdLst>
                <a:gd name="connsiteX0" fmla="*/ 4053340 w 6859500"/>
                <a:gd name="connsiteY0" fmla="*/ 6235893 h 6859500"/>
                <a:gd name="connsiteX1" fmla="*/ 4053340 w 6859500"/>
                <a:gd name="connsiteY1" fmla="*/ 4053340 h 6859500"/>
                <a:gd name="connsiteX2" fmla="*/ 6235893 w 6859500"/>
                <a:gd name="connsiteY2" fmla="*/ 4053340 h 6859500"/>
                <a:gd name="connsiteX3" fmla="*/ 6859501 w 6859500"/>
                <a:gd name="connsiteY3" fmla="*/ 3429731 h 6859500"/>
                <a:gd name="connsiteX4" fmla="*/ 6235893 w 6859500"/>
                <a:gd name="connsiteY4" fmla="*/ 2806123 h 6859500"/>
                <a:gd name="connsiteX5" fmla="*/ 4053340 w 6859500"/>
                <a:gd name="connsiteY5" fmla="*/ 2806123 h 6859500"/>
                <a:gd name="connsiteX6" fmla="*/ 4053340 w 6859500"/>
                <a:gd name="connsiteY6" fmla="*/ 623608 h 6859500"/>
                <a:gd name="connsiteX7" fmla="*/ 3429731 w 6859500"/>
                <a:gd name="connsiteY7" fmla="*/ 0 h 6859500"/>
                <a:gd name="connsiteX8" fmla="*/ 2806123 w 6859500"/>
                <a:gd name="connsiteY8" fmla="*/ 623608 h 6859500"/>
                <a:gd name="connsiteX9" fmla="*/ 2806123 w 6859500"/>
                <a:gd name="connsiteY9" fmla="*/ 2806161 h 6859500"/>
                <a:gd name="connsiteX10" fmla="*/ 623608 w 6859500"/>
                <a:gd name="connsiteY10" fmla="*/ 2806161 h 6859500"/>
                <a:gd name="connsiteX11" fmla="*/ 0 w 6859500"/>
                <a:gd name="connsiteY11" fmla="*/ 3429731 h 6859500"/>
                <a:gd name="connsiteX12" fmla="*/ 623608 w 6859500"/>
                <a:gd name="connsiteY12" fmla="*/ 4053340 h 6859500"/>
                <a:gd name="connsiteX13" fmla="*/ 2806161 w 6859500"/>
                <a:gd name="connsiteY13" fmla="*/ 4053340 h 6859500"/>
                <a:gd name="connsiteX14" fmla="*/ 2806161 w 6859500"/>
                <a:gd name="connsiteY14" fmla="*/ 6235893 h 6859500"/>
                <a:gd name="connsiteX15" fmla="*/ 3429770 w 6859500"/>
                <a:gd name="connsiteY15" fmla="*/ 6859501 h 6859500"/>
                <a:gd name="connsiteX16" fmla="*/ 4053340 w 6859500"/>
                <a:gd name="connsiteY16" fmla="*/ 6235893 h 6859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859500" h="6859500">
                  <a:moveTo>
                    <a:pt x="4053340" y="6235893"/>
                  </a:moveTo>
                  <a:lnTo>
                    <a:pt x="4053340" y="4053340"/>
                  </a:lnTo>
                  <a:lnTo>
                    <a:pt x="6235893" y="4053340"/>
                  </a:lnTo>
                  <a:cubicBezTo>
                    <a:pt x="6580293" y="4053340"/>
                    <a:pt x="6859501" y="3774132"/>
                    <a:pt x="6859501" y="3429731"/>
                  </a:cubicBezTo>
                  <a:cubicBezTo>
                    <a:pt x="6859501" y="3085330"/>
                    <a:pt x="6580332" y="2806123"/>
                    <a:pt x="6235893" y="2806123"/>
                  </a:cubicBezTo>
                  <a:lnTo>
                    <a:pt x="4053340" y="2806123"/>
                  </a:lnTo>
                  <a:lnTo>
                    <a:pt x="4053340" y="623608"/>
                  </a:lnTo>
                  <a:cubicBezTo>
                    <a:pt x="4053340" y="279208"/>
                    <a:pt x="3774171" y="0"/>
                    <a:pt x="3429731" y="0"/>
                  </a:cubicBezTo>
                  <a:cubicBezTo>
                    <a:pt x="3085330" y="0"/>
                    <a:pt x="2806123" y="279208"/>
                    <a:pt x="2806123" y="623608"/>
                  </a:cubicBezTo>
                  <a:lnTo>
                    <a:pt x="2806123" y="2806161"/>
                  </a:lnTo>
                  <a:lnTo>
                    <a:pt x="623608" y="2806161"/>
                  </a:lnTo>
                  <a:cubicBezTo>
                    <a:pt x="279208" y="2806161"/>
                    <a:pt x="0" y="3085369"/>
                    <a:pt x="0" y="3429731"/>
                  </a:cubicBezTo>
                  <a:cubicBezTo>
                    <a:pt x="0" y="3774132"/>
                    <a:pt x="279208" y="4053340"/>
                    <a:pt x="623608" y="4053340"/>
                  </a:cubicBezTo>
                  <a:lnTo>
                    <a:pt x="2806161" y="4053340"/>
                  </a:lnTo>
                  <a:lnTo>
                    <a:pt x="2806161" y="6235893"/>
                  </a:lnTo>
                  <a:cubicBezTo>
                    <a:pt x="2806161" y="6580293"/>
                    <a:pt x="3085369" y="6859501"/>
                    <a:pt x="3429770" y="6859501"/>
                  </a:cubicBezTo>
                  <a:cubicBezTo>
                    <a:pt x="3774171" y="6859501"/>
                    <a:pt x="4053340" y="6580293"/>
                    <a:pt x="4053340" y="6235893"/>
                  </a:cubicBezTo>
                  <a:close/>
                </a:path>
              </a:pathLst>
            </a:custGeom>
            <a:solidFill>
              <a:schemeClr val="accent2"/>
            </a:solidFill>
            <a:ln w="3848" cap="flat">
              <a:noFill/>
              <a:prstDash val="solid"/>
              <a:miter/>
            </a:ln>
            <a:effectLst>
              <a:outerShdw blurRad="101600" dist="38100" dir="16200000" rotWithShape="0">
                <a:srgbClr val="000000">
                  <a:alpha val="25000"/>
                </a:srgbClr>
              </a:outerShdw>
            </a:effectLst>
          </p:spPr>
          <p:txBody>
            <a:bodyPr rtlCol="0" anchor="ctr"/>
            <a:lstStyle/>
            <a:p>
              <a:endParaRPr lang="en-US" dirty="0"/>
            </a:p>
          </p:txBody>
        </p:sp>
        <p:sp>
          <p:nvSpPr>
            <p:cNvPr id="16" name="Graphic 10">
              <a:extLst>
                <a:ext uri="{FF2B5EF4-FFF2-40B4-BE49-F238E27FC236}">
                  <a16:creationId xmlns:a16="http://schemas.microsoft.com/office/drawing/2014/main" id="{9C4EFFF5-2507-4FAC-94FF-5D4FC3E3F2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2700000">
              <a:off x="2973121" y="455200"/>
              <a:ext cx="485348" cy="485348"/>
            </a:xfrm>
            <a:custGeom>
              <a:avLst/>
              <a:gdLst>
                <a:gd name="connsiteX0" fmla="*/ 4053340 w 6859500"/>
                <a:gd name="connsiteY0" fmla="*/ 6235893 h 6859500"/>
                <a:gd name="connsiteX1" fmla="*/ 4053340 w 6859500"/>
                <a:gd name="connsiteY1" fmla="*/ 4053340 h 6859500"/>
                <a:gd name="connsiteX2" fmla="*/ 6235893 w 6859500"/>
                <a:gd name="connsiteY2" fmla="*/ 4053340 h 6859500"/>
                <a:gd name="connsiteX3" fmla="*/ 6859501 w 6859500"/>
                <a:gd name="connsiteY3" fmla="*/ 3429731 h 6859500"/>
                <a:gd name="connsiteX4" fmla="*/ 6235893 w 6859500"/>
                <a:gd name="connsiteY4" fmla="*/ 2806123 h 6859500"/>
                <a:gd name="connsiteX5" fmla="*/ 4053340 w 6859500"/>
                <a:gd name="connsiteY5" fmla="*/ 2806123 h 6859500"/>
                <a:gd name="connsiteX6" fmla="*/ 4053340 w 6859500"/>
                <a:gd name="connsiteY6" fmla="*/ 623608 h 6859500"/>
                <a:gd name="connsiteX7" fmla="*/ 3429731 w 6859500"/>
                <a:gd name="connsiteY7" fmla="*/ 0 h 6859500"/>
                <a:gd name="connsiteX8" fmla="*/ 2806123 w 6859500"/>
                <a:gd name="connsiteY8" fmla="*/ 623608 h 6859500"/>
                <a:gd name="connsiteX9" fmla="*/ 2806123 w 6859500"/>
                <a:gd name="connsiteY9" fmla="*/ 2806161 h 6859500"/>
                <a:gd name="connsiteX10" fmla="*/ 623608 w 6859500"/>
                <a:gd name="connsiteY10" fmla="*/ 2806161 h 6859500"/>
                <a:gd name="connsiteX11" fmla="*/ 0 w 6859500"/>
                <a:gd name="connsiteY11" fmla="*/ 3429731 h 6859500"/>
                <a:gd name="connsiteX12" fmla="*/ 623608 w 6859500"/>
                <a:gd name="connsiteY12" fmla="*/ 4053340 h 6859500"/>
                <a:gd name="connsiteX13" fmla="*/ 2806161 w 6859500"/>
                <a:gd name="connsiteY13" fmla="*/ 4053340 h 6859500"/>
                <a:gd name="connsiteX14" fmla="*/ 2806161 w 6859500"/>
                <a:gd name="connsiteY14" fmla="*/ 6235893 h 6859500"/>
                <a:gd name="connsiteX15" fmla="*/ 3429770 w 6859500"/>
                <a:gd name="connsiteY15" fmla="*/ 6859501 h 6859500"/>
                <a:gd name="connsiteX16" fmla="*/ 4053340 w 6859500"/>
                <a:gd name="connsiteY16" fmla="*/ 6235893 h 6859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859500" h="6859500">
                  <a:moveTo>
                    <a:pt x="4053340" y="6235893"/>
                  </a:moveTo>
                  <a:lnTo>
                    <a:pt x="4053340" y="4053340"/>
                  </a:lnTo>
                  <a:lnTo>
                    <a:pt x="6235893" y="4053340"/>
                  </a:lnTo>
                  <a:cubicBezTo>
                    <a:pt x="6580293" y="4053340"/>
                    <a:pt x="6859501" y="3774132"/>
                    <a:pt x="6859501" y="3429731"/>
                  </a:cubicBezTo>
                  <a:cubicBezTo>
                    <a:pt x="6859501" y="3085330"/>
                    <a:pt x="6580332" y="2806123"/>
                    <a:pt x="6235893" y="2806123"/>
                  </a:cubicBezTo>
                  <a:lnTo>
                    <a:pt x="4053340" y="2806123"/>
                  </a:lnTo>
                  <a:lnTo>
                    <a:pt x="4053340" y="623608"/>
                  </a:lnTo>
                  <a:cubicBezTo>
                    <a:pt x="4053340" y="279208"/>
                    <a:pt x="3774171" y="0"/>
                    <a:pt x="3429731" y="0"/>
                  </a:cubicBezTo>
                  <a:cubicBezTo>
                    <a:pt x="3085330" y="0"/>
                    <a:pt x="2806123" y="279208"/>
                    <a:pt x="2806123" y="623608"/>
                  </a:cubicBezTo>
                  <a:lnTo>
                    <a:pt x="2806123" y="2806161"/>
                  </a:lnTo>
                  <a:lnTo>
                    <a:pt x="623608" y="2806161"/>
                  </a:lnTo>
                  <a:cubicBezTo>
                    <a:pt x="279208" y="2806161"/>
                    <a:pt x="0" y="3085369"/>
                    <a:pt x="0" y="3429731"/>
                  </a:cubicBezTo>
                  <a:cubicBezTo>
                    <a:pt x="0" y="3774132"/>
                    <a:pt x="279208" y="4053340"/>
                    <a:pt x="623608" y="4053340"/>
                  </a:cubicBezTo>
                  <a:lnTo>
                    <a:pt x="2806161" y="4053340"/>
                  </a:lnTo>
                  <a:lnTo>
                    <a:pt x="2806161" y="6235893"/>
                  </a:lnTo>
                  <a:cubicBezTo>
                    <a:pt x="2806161" y="6580293"/>
                    <a:pt x="3085369" y="6859501"/>
                    <a:pt x="3429770" y="6859501"/>
                  </a:cubicBezTo>
                  <a:cubicBezTo>
                    <a:pt x="3774171" y="6859501"/>
                    <a:pt x="4053340" y="6580293"/>
                    <a:pt x="4053340" y="6235893"/>
                  </a:cubicBezTo>
                  <a:close/>
                </a:path>
              </a:pathLst>
            </a:custGeom>
            <a:solidFill>
              <a:schemeClr val="accent2"/>
            </a:solidFill>
            <a:ln w="3848" cap="flat">
              <a:noFill/>
              <a:prstDash val="solid"/>
              <a:miter/>
            </a:ln>
            <a:effectLst>
              <a:outerShdw blurRad="101600" dist="38100" dir="16200000" rotWithShape="0">
                <a:srgbClr val="000000">
                  <a:alpha val="25000"/>
                </a:srgbClr>
              </a:outerShdw>
            </a:effectLst>
          </p:spPr>
          <p:txBody>
            <a:bodyPr rtlCol="0" anchor="ctr"/>
            <a:lstStyle/>
            <a:p>
              <a:endParaRPr lang="en-US" dirty="0"/>
            </a:p>
          </p:txBody>
        </p:sp>
        <p:sp useBgFill="1">
          <p:nvSpPr>
            <p:cNvPr id="17" name="Graphic 10">
              <a:extLst>
                <a:ext uri="{FF2B5EF4-FFF2-40B4-BE49-F238E27FC236}">
                  <a16:creationId xmlns:a16="http://schemas.microsoft.com/office/drawing/2014/main" id="{04BE7263-8990-44DD-90E4-60F65437567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2700000">
              <a:off x="9551227" y="168477"/>
              <a:ext cx="2322574" cy="2322574"/>
            </a:xfrm>
            <a:custGeom>
              <a:avLst/>
              <a:gdLst>
                <a:gd name="connsiteX0" fmla="*/ 4053340 w 6859500"/>
                <a:gd name="connsiteY0" fmla="*/ 6235893 h 6859500"/>
                <a:gd name="connsiteX1" fmla="*/ 4053340 w 6859500"/>
                <a:gd name="connsiteY1" fmla="*/ 4053340 h 6859500"/>
                <a:gd name="connsiteX2" fmla="*/ 6235893 w 6859500"/>
                <a:gd name="connsiteY2" fmla="*/ 4053340 h 6859500"/>
                <a:gd name="connsiteX3" fmla="*/ 6859501 w 6859500"/>
                <a:gd name="connsiteY3" fmla="*/ 3429731 h 6859500"/>
                <a:gd name="connsiteX4" fmla="*/ 6235893 w 6859500"/>
                <a:gd name="connsiteY4" fmla="*/ 2806123 h 6859500"/>
                <a:gd name="connsiteX5" fmla="*/ 4053340 w 6859500"/>
                <a:gd name="connsiteY5" fmla="*/ 2806123 h 6859500"/>
                <a:gd name="connsiteX6" fmla="*/ 4053340 w 6859500"/>
                <a:gd name="connsiteY6" fmla="*/ 623608 h 6859500"/>
                <a:gd name="connsiteX7" fmla="*/ 3429731 w 6859500"/>
                <a:gd name="connsiteY7" fmla="*/ 0 h 6859500"/>
                <a:gd name="connsiteX8" fmla="*/ 2806123 w 6859500"/>
                <a:gd name="connsiteY8" fmla="*/ 623608 h 6859500"/>
                <a:gd name="connsiteX9" fmla="*/ 2806123 w 6859500"/>
                <a:gd name="connsiteY9" fmla="*/ 2806161 h 6859500"/>
                <a:gd name="connsiteX10" fmla="*/ 623608 w 6859500"/>
                <a:gd name="connsiteY10" fmla="*/ 2806161 h 6859500"/>
                <a:gd name="connsiteX11" fmla="*/ 0 w 6859500"/>
                <a:gd name="connsiteY11" fmla="*/ 3429731 h 6859500"/>
                <a:gd name="connsiteX12" fmla="*/ 623608 w 6859500"/>
                <a:gd name="connsiteY12" fmla="*/ 4053340 h 6859500"/>
                <a:gd name="connsiteX13" fmla="*/ 2806161 w 6859500"/>
                <a:gd name="connsiteY13" fmla="*/ 4053340 h 6859500"/>
                <a:gd name="connsiteX14" fmla="*/ 2806161 w 6859500"/>
                <a:gd name="connsiteY14" fmla="*/ 6235893 h 6859500"/>
                <a:gd name="connsiteX15" fmla="*/ 3429770 w 6859500"/>
                <a:gd name="connsiteY15" fmla="*/ 6859501 h 6859500"/>
                <a:gd name="connsiteX16" fmla="*/ 4053340 w 6859500"/>
                <a:gd name="connsiteY16" fmla="*/ 6235893 h 6859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859500" h="6859500">
                  <a:moveTo>
                    <a:pt x="4053340" y="6235893"/>
                  </a:moveTo>
                  <a:lnTo>
                    <a:pt x="4053340" y="4053340"/>
                  </a:lnTo>
                  <a:lnTo>
                    <a:pt x="6235893" y="4053340"/>
                  </a:lnTo>
                  <a:cubicBezTo>
                    <a:pt x="6580293" y="4053340"/>
                    <a:pt x="6859501" y="3774132"/>
                    <a:pt x="6859501" y="3429731"/>
                  </a:cubicBezTo>
                  <a:cubicBezTo>
                    <a:pt x="6859501" y="3085330"/>
                    <a:pt x="6580332" y="2806123"/>
                    <a:pt x="6235893" y="2806123"/>
                  </a:cubicBezTo>
                  <a:lnTo>
                    <a:pt x="4053340" y="2806123"/>
                  </a:lnTo>
                  <a:lnTo>
                    <a:pt x="4053340" y="623608"/>
                  </a:lnTo>
                  <a:cubicBezTo>
                    <a:pt x="4053340" y="279208"/>
                    <a:pt x="3774171" y="0"/>
                    <a:pt x="3429731" y="0"/>
                  </a:cubicBezTo>
                  <a:cubicBezTo>
                    <a:pt x="3085330" y="0"/>
                    <a:pt x="2806123" y="279208"/>
                    <a:pt x="2806123" y="623608"/>
                  </a:cubicBezTo>
                  <a:lnTo>
                    <a:pt x="2806123" y="2806161"/>
                  </a:lnTo>
                  <a:lnTo>
                    <a:pt x="623608" y="2806161"/>
                  </a:lnTo>
                  <a:cubicBezTo>
                    <a:pt x="279208" y="2806161"/>
                    <a:pt x="0" y="3085369"/>
                    <a:pt x="0" y="3429731"/>
                  </a:cubicBezTo>
                  <a:cubicBezTo>
                    <a:pt x="0" y="3774132"/>
                    <a:pt x="279208" y="4053340"/>
                    <a:pt x="623608" y="4053340"/>
                  </a:cubicBezTo>
                  <a:lnTo>
                    <a:pt x="2806161" y="4053340"/>
                  </a:lnTo>
                  <a:lnTo>
                    <a:pt x="2806161" y="6235893"/>
                  </a:lnTo>
                  <a:cubicBezTo>
                    <a:pt x="2806161" y="6580293"/>
                    <a:pt x="3085369" y="6859501"/>
                    <a:pt x="3429770" y="6859501"/>
                  </a:cubicBezTo>
                  <a:cubicBezTo>
                    <a:pt x="3774171" y="6859501"/>
                    <a:pt x="4053340" y="6580293"/>
                    <a:pt x="4053340" y="6235893"/>
                  </a:cubicBezTo>
                  <a:close/>
                </a:path>
              </a:pathLst>
            </a:custGeom>
            <a:solidFill>
              <a:schemeClr val="accent2"/>
            </a:solidFill>
            <a:ln w="3848" cap="flat">
              <a:noFill/>
              <a:prstDash val="solid"/>
              <a:miter/>
            </a:ln>
            <a:effectLst>
              <a:outerShdw blurRad="101600" dist="38100" dir="16200000" rotWithShape="0">
                <a:srgbClr val="000000">
                  <a:alpha val="25000"/>
                </a:srgbClr>
              </a:outerShdw>
            </a:effectLst>
          </p:spPr>
          <p:txBody>
            <a:bodyPr rtlCol="0" anchor="ctr"/>
            <a:lstStyle/>
            <a:p>
              <a:endParaRPr lang="en-US"/>
            </a:p>
          </p:txBody>
        </p:sp>
        <p:sp useBgFill="1">
          <p:nvSpPr>
            <p:cNvPr id="18" name="Graphic 10">
              <a:extLst>
                <a:ext uri="{FF2B5EF4-FFF2-40B4-BE49-F238E27FC236}">
                  <a16:creationId xmlns:a16="http://schemas.microsoft.com/office/drawing/2014/main" id="{9467587E-F099-44B9-AD7C-578FDE476F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2700000">
              <a:off x="10717017" y="5456180"/>
              <a:ext cx="777174" cy="777174"/>
            </a:xfrm>
            <a:custGeom>
              <a:avLst/>
              <a:gdLst>
                <a:gd name="connsiteX0" fmla="*/ 4053340 w 6859500"/>
                <a:gd name="connsiteY0" fmla="*/ 6235893 h 6859500"/>
                <a:gd name="connsiteX1" fmla="*/ 4053340 w 6859500"/>
                <a:gd name="connsiteY1" fmla="*/ 4053340 h 6859500"/>
                <a:gd name="connsiteX2" fmla="*/ 6235893 w 6859500"/>
                <a:gd name="connsiteY2" fmla="*/ 4053340 h 6859500"/>
                <a:gd name="connsiteX3" fmla="*/ 6859501 w 6859500"/>
                <a:gd name="connsiteY3" fmla="*/ 3429731 h 6859500"/>
                <a:gd name="connsiteX4" fmla="*/ 6235893 w 6859500"/>
                <a:gd name="connsiteY4" fmla="*/ 2806123 h 6859500"/>
                <a:gd name="connsiteX5" fmla="*/ 4053340 w 6859500"/>
                <a:gd name="connsiteY5" fmla="*/ 2806123 h 6859500"/>
                <a:gd name="connsiteX6" fmla="*/ 4053340 w 6859500"/>
                <a:gd name="connsiteY6" fmla="*/ 623608 h 6859500"/>
                <a:gd name="connsiteX7" fmla="*/ 3429731 w 6859500"/>
                <a:gd name="connsiteY7" fmla="*/ 0 h 6859500"/>
                <a:gd name="connsiteX8" fmla="*/ 2806123 w 6859500"/>
                <a:gd name="connsiteY8" fmla="*/ 623608 h 6859500"/>
                <a:gd name="connsiteX9" fmla="*/ 2806123 w 6859500"/>
                <a:gd name="connsiteY9" fmla="*/ 2806161 h 6859500"/>
                <a:gd name="connsiteX10" fmla="*/ 623608 w 6859500"/>
                <a:gd name="connsiteY10" fmla="*/ 2806161 h 6859500"/>
                <a:gd name="connsiteX11" fmla="*/ 0 w 6859500"/>
                <a:gd name="connsiteY11" fmla="*/ 3429731 h 6859500"/>
                <a:gd name="connsiteX12" fmla="*/ 623608 w 6859500"/>
                <a:gd name="connsiteY12" fmla="*/ 4053340 h 6859500"/>
                <a:gd name="connsiteX13" fmla="*/ 2806161 w 6859500"/>
                <a:gd name="connsiteY13" fmla="*/ 4053340 h 6859500"/>
                <a:gd name="connsiteX14" fmla="*/ 2806161 w 6859500"/>
                <a:gd name="connsiteY14" fmla="*/ 6235893 h 6859500"/>
                <a:gd name="connsiteX15" fmla="*/ 3429770 w 6859500"/>
                <a:gd name="connsiteY15" fmla="*/ 6859501 h 6859500"/>
                <a:gd name="connsiteX16" fmla="*/ 4053340 w 6859500"/>
                <a:gd name="connsiteY16" fmla="*/ 6235893 h 6859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859500" h="6859500">
                  <a:moveTo>
                    <a:pt x="4053340" y="6235893"/>
                  </a:moveTo>
                  <a:lnTo>
                    <a:pt x="4053340" y="4053340"/>
                  </a:lnTo>
                  <a:lnTo>
                    <a:pt x="6235893" y="4053340"/>
                  </a:lnTo>
                  <a:cubicBezTo>
                    <a:pt x="6580293" y="4053340"/>
                    <a:pt x="6859501" y="3774132"/>
                    <a:pt x="6859501" y="3429731"/>
                  </a:cubicBezTo>
                  <a:cubicBezTo>
                    <a:pt x="6859501" y="3085330"/>
                    <a:pt x="6580332" y="2806123"/>
                    <a:pt x="6235893" y="2806123"/>
                  </a:cubicBezTo>
                  <a:lnTo>
                    <a:pt x="4053340" y="2806123"/>
                  </a:lnTo>
                  <a:lnTo>
                    <a:pt x="4053340" y="623608"/>
                  </a:lnTo>
                  <a:cubicBezTo>
                    <a:pt x="4053340" y="279208"/>
                    <a:pt x="3774171" y="0"/>
                    <a:pt x="3429731" y="0"/>
                  </a:cubicBezTo>
                  <a:cubicBezTo>
                    <a:pt x="3085330" y="0"/>
                    <a:pt x="2806123" y="279208"/>
                    <a:pt x="2806123" y="623608"/>
                  </a:cubicBezTo>
                  <a:lnTo>
                    <a:pt x="2806123" y="2806161"/>
                  </a:lnTo>
                  <a:lnTo>
                    <a:pt x="623608" y="2806161"/>
                  </a:lnTo>
                  <a:cubicBezTo>
                    <a:pt x="279208" y="2806161"/>
                    <a:pt x="0" y="3085369"/>
                    <a:pt x="0" y="3429731"/>
                  </a:cubicBezTo>
                  <a:cubicBezTo>
                    <a:pt x="0" y="3774132"/>
                    <a:pt x="279208" y="4053340"/>
                    <a:pt x="623608" y="4053340"/>
                  </a:cubicBezTo>
                  <a:lnTo>
                    <a:pt x="2806161" y="4053340"/>
                  </a:lnTo>
                  <a:lnTo>
                    <a:pt x="2806161" y="6235893"/>
                  </a:lnTo>
                  <a:cubicBezTo>
                    <a:pt x="2806161" y="6580293"/>
                    <a:pt x="3085369" y="6859501"/>
                    <a:pt x="3429770" y="6859501"/>
                  </a:cubicBezTo>
                  <a:cubicBezTo>
                    <a:pt x="3774171" y="6859501"/>
                    <a:pt x="4053340" y="6580293"/>
                    <a:pt x="4053340" y="6235893"/>
                  </a:cubicBezTo>
                  <a:close/>
                </a:path>
              </a:pathLst>
            </a:custGeom>
            <a:solidFill>
              <a:schemeClr val="accent2"/>
            </a:solidFill>
            <a:ln w="3848" cap="flat">
              <a:noFill/>
              <a:prstDash val="solid"/>
              <a:miter/>
            </a:ln>
            <a:effectLst>
              <a:outerShdw blurRad="101600" dist="38100" dir="16200000" rotWithShape="0">
                <a:srgbClr val="000000">
                  <a:alpha val="25000"/>
                </a:srgbClr>
              </a:outerShdw>
            </a:effectLst>
          </p:spPr>
          <p:txBody>
            <a:bodyPr rtlCol="0" anchor="ctr"/>
            <a:lstStyle/>
            <a:p>
              <a:endParaRPr lang="en-US"/>
            </a:p>
          </p:txBody>
        </p:sp>
        <p:sp>
          <p:nvSpPr>
            <p:cNvPr id="19" name="Oval 18">
              <a:extLst>
                <a:ext uri="{FF2B5EF4-FFF2-40B4-BE49-F238E27FC236}">
                  <a16:creationId xmlns:a16="http://schemas.microsoft.com/office/drawing/2014/main" id="{DDDF32BB-D6CB-432E-B840-21CAE2BE38B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2078970" y="1198934"/>
              <a:ext cx="261660" cy="261660"/>
            </a:xfrm>
            <a:prstGeom prst="ellipse">
              <a:avLst/>
            </a:prstGeom>
            <a:solidFill>
              <a:schemeClr val="accent2"/>
            </a:solidFill>
            <a:ln w="3848" cap="flat">
              <a:noFill/>
              <a:prstDash val="solid"/>
              <a:miter/>
            </a:ln>
            <a:effectLst>
              <a:outerShdw blurRad="101600" dist="38100" dir="16200000" rotWithShape="0">
                <a:srgbClr val="000000">
                  <a:alpha val="25000"/>
                </a:srgbClr>
              </a:outerShdw>
            </a:effectLst>
          </p:spPr>
          <p:txBody>
            <a:bodyPr rtlCol="0" anchor="ctr"/>
            <a:lstStyle/>
            <a:p>
              <a:endParaRPr lang="en-US" dirty="0"/>
            </a:p>
          </p:txBody>
        </p:sp>
        <p:sp useBgFill="1">
          <p:nvSpPr>
            <p:cNvPr id="20" name="Oval 19">
              <a:extLst>
                <a:ext uri="{FF2B5EF4-FFF2-40B4-BE49-F238E27FC236}">
                  <a16:creationId xmlns:a16="http://schemas.microsoft.com/office/drawing/2014/main" id="{BE002FF5-FB7B-485D-92F6-614DFA6AB9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11733034" y="5367357"/>
              <a:ext cx="261660" cy="261660"/>
            </a:xfrm>
            <a:prstGeom prst="ellipse">
              <a:avLst/>
            </a:prstGeom>
            <a:solidFill>
              <a:schemeClr val="accent2"/>
            </a:solidFill>
            <a:ln w="3848" cap="flat">
              <a:noFill/>
              <a:prstDash val="solid"/>
              <a:miter/>
            </a:ln>
            <a:effectLst>
              <a:outerShdw blurRad="101600" dist="38100" dir="16200000" rotWithShape="0">
                <a:srgbClr val="000000">
                  <a:alpha val="25000"/>
                </a:srgbClr>
              </a:outerShdw>
            </a:effectLst>
          </p:spPr>
          <p:txBody>
            <a:bodyPr rtlCol="0" anchor="ctr"/>
            <a:lstStyle/>
            <a:p>
              <a:endParaRPr lang="en-US"/>
            </a:p>
          </p:txBody>
        </p:sp>
        <p:sp>
          <p:nvSpPr>
            <p:cNvPr id="21" name="Oval 20">
              <a:extLst>
                <a:ext uri="{FF2B5EF4-FFF2-40B4-BE49-F238E27FC236}">
                  <a16:creationId xmlns:a16="http://schemas.microsoft.com/office/drawing/2014/main" id="{693CEC0F-CBF3-43A6-A64F-610542946D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246085" y="5215745"/>
              <a:ext cx="418430" cy="418430"/>
            </a:xfrm>
            <a:prstGeom prst="ellipse">
              <a:avLst/>
            </a:prstGeom>
            <a:solidFill>
              <a:schemeClr val="accent2"/>
            </a:solidFill>
            <a:ln w="3848" cap="flat">
              <a:noFill/>
              <a:prstDash val="solid"/>
              <a:miter/>
            </a:ln>
            <a:effectLst>
              <a:outerShdw blurRad="101600" dist="38100" dir="16200000" rotWithShape="0">
                <a:srgbClr val="000000">
                  <a:alpha val="25000"/>
                </a:srgbClr>
              </a:outerShdw>
            </a:effectLst>
          </p:spPr>
          <p:txBody>
            <a:bodyPr rtlCol="0" anchor="ctr"/>
            <a:lstStyle/>
            <a:p>
              <a:endParaRPr lang="en-US" dirty="0"/>
            </a:p>
          </p:txBody>
        </p:sp>
      </p:grpSp>
      <p:sp>
        <p:nvSpPr>
          <p:cNvPr id="2" name="Tytuł 1">
            <a:extLst>
              <a:ext uri="{FF2B5EF4-FFF2-40B4-BE49-F238E27FC236}">
                <a16:creationId xmlns:a16="http://schemas.microsoft.com/office/drawing/2014/main" id="{FBA61C3E-5473-C6CE-741F-FD8306FF6373}"/>
              </a:ext>
            </a:extLst>
          </p:cNvPr>
          <p:cNvSpPr>
            <a:spLocks noGrp="1"/>
          </p:cNvSpPr>
          <p:nvPr>
            <p:ph type="title"/>
          </p:nvPr>
        </p:nvSpPr>
        <p:spPr>
          <a:xfrm>
            <a:off x="822352" y="566126"/>
            <a:ext cx="10531448" cy="2210521"/>
          </a:xfrm>
        </p:spPr>
        <p:txBody>
          <a:bodyPr anchor="b">
            <a:normAutofit/>
          </a:bodyPr>
          <a:lstStyle/>
          <a:p>
            <a:pPr algn="ctr"/>
            <a:r>
              <a:rPr lang="pl-PL" dirty="0">
                <a:solidFill>
                  <a:srgbClr val="FFFFFF"/>
                </a:solidFill>
              </a:rPr>
              <a:t>Testy</a:t>
            </a:r>
            <a:br>
              <a:rPr lang="pl-PL" dirty="0">
                <a:solidFill>
                  <a:srgbClr val="FFFFFF"/>
                </a:solidFill>
              </a:rPr>
            </a:br>
            <a:endParaRPr lang="pl-PL" dirty="0">
              <a:solidFill>
                <a:srgbClr val="FFFFFF"/>
              </a:solidFill>
            </a:endParaRPr>
          </a:p>
        </p:txBody>
      </p:sp>
      <p:sp>
        <p:nvSpPr>
          <p:cNvPr id="3" name="Symbol zastępczy zawartości 2">
            <a:extLst>
              <a:ext uri="{FF2B5EF4-FFF2-40B4-BE49-F238E27FC236}">
                <a16:creationId xmlns:a16="http://schemas.microsoft.com/office/drawing/2014/main" id="{109148DD-81A4-C7B7-A65E-6A9E3017FC29}"/>
              </a:ext>
            </a:extLst>
          </p:cNvPr>
          <p:cNvSpPr>
            <a:spLocks noGrp="1"/>
          </p:cNvSpPr>
          <p:nvPr>
            <p:ph idx="1"/>
          </p:nvPr>
        </p:nvSpPr>
        <p:spPr>
          <a:xfrm>
            <a:off x="1992663" y="2948363"/>
            <a:ext cx="8188032" cy="3176250"/>
          </a:xfrm>
        </p:spPr>
        <p:txBody>
          <a:bodyPr anchor="t">
            <a:normAutofit/>
          </a:bodyPr>
          <a:lstStyle/>
          <a:p>
            <a:pPr algn="ctr"/>
            <a:endParaRPr lang="pl-PL" sz="1800" dirty="0">
              <a:solidFill>
                <a:srgbClr val="FFFFFF"/>
              </a:solidFill>
            </a:endParaRPr>
          </a:p>
        </p:txBody>
      </p:sp>
    </p:spTree>
    <p:extLst>
      <p:ext uri="{BB962C8B-B14F-4D97-AF65-F5344CB8AC3E}">
        <p14:creationId xmlns:p14="http://schemas.microsoft.com/office/powerpoint/2010/main" val="269231344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D91916A1-FEE7-41E7-BEE3-2B4941A6F30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75990" y="62886"/>
            <a:ext cx="11708355" cy="6301715"/>
            <a:chOff x="175990" y="62886"/>
            <a:chExt cx="11708355" cy="6301715"/>
          </a:xfrm>
        </p:grpSpPr>
        <p:sp useBgFill="1">
          <p:nvSpPr>
            <p:cNvPr id="24" name="Graphic 10">
              <a:extLst>
                <a:ext uri="{FF2B5EF4-FFF2-40B4-BE49-F238E27FC236}">
                  <a16:creationId xmlns:a16="http://schemas.microsoft.com/office/drawing/2014/main" id="{EAFF5F08-677C-4873-9274-02B6FE75104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2700000">
              <a:off x="175990" y="525742"/>
              <a:ext cx="1066799" cy="1066799"/>
            </a:xfrm>
            <a:custGeom>
              <a:avLst/>
              <a:gdLst>
                <a:gd name="connsiteX0" fmla="*/ 4053340 w 6859500"/>
                <a:gd name="connsiteY0" fmla="*/ 6235893 h 6859500"/>
                <a:gd name="connsiteX1" fmla="*/ 4053340 w 6859500"/>
                <a:gd name="connsiteY1" fmla="*/ 4053340 h 6859500"/>
                <a:gd name="connsiteX2" fmla="*/ 6235893 w 6859500"/>
                <a:gd name="connsiteY2" fmla="*/ 4053340 h 6859500"/>
                <a:gd name="connsiteX3" fmla="*/ 6859501 w 6859500"/>
                <a:gd name="connsiteY3" fmla="*/ 3429731 h 6859500"/>
                <a:gd name="connsiteX4" fmla="*/ 6235893 w 6859500"/>
                <a:gd name="connsiteY4" fmla="*/ 2806123 h 6859500"/>
                <a:gd name="connsiteX5" fmla="*/ 4053340 w 6859500"/>
                <a:gd name="connsiteY5" fmla="*/ 2806123 h 6859500"/>
                <a:gd name="connsiteX6" fmla="*/ 4053340 w 6859500"/>
                <a:gd name="connsiteY6" fmla="*/ 623608 h 6859500"/>
                <a:gd name="connsiteX7" fmla="*/ 3429731 w 6859500"/>
                <a:gd name="connsiteY7" fmla="*/ 0 h 6859500"/>
                <a:gd name="connsiteX8" fmla="*/ 2806123 w 6859500"/>
                <a:gd name="connsiteY8" fmla="*/ 623608 h 6859500"/>
                <a:gd name="connsiteX9" fmla="*/ 2806123 w 6859500"/>
                <a:gd name="connsiteY9" fmla="*/ 2806161 h 6859500"/>
                <a:gd name="connsiteX10" fmla="*/ 623608 w 6859500"/>
                <a:gd name="connsiteY10" fmla="*/ 2806161 h 6859500"/>
                <a:gd name="connsiteX11" fmla="*/ 0 w 6859500"/>
                <a:gd name="connsiteY11" fmla="*/ 3429731 h 6859500"/>
                <a:gd name="connsiteX12" fmla="*/ 623608 w 6859500"/>
                <a:gd name="connsiteY12" fmla="*/ 4053340 h 6859500"/>
                <a:gd name="connsiteX13" fmla="*/ 2806161 w 6859500"/>
                <a:gd name="connsiteY13" fmla="*/ 4053340 h 6859500"/>
                <a:gd name="connsiteX14" fmla="*/ 2806161 w 6859500"/>
                <a:gd name="connsiteY14" fmla="*/ 6235893 h 6859500"/>
                <a:gd name="connsiteX15" fmla="*/ 3429770 w 6859500"/>
                <a:gd name="connsiteY15" fmla="*/ 6859501 h 6859500"/>
                <a:gd name="connsiteX16" fmla="*/ 4053340 w 6859500"/>
                <a:gd name="connsiteY16" fmla="*/ 6235893 h 6859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859500" h="6859500">
                  <a:moveTo>
                    <a:pt x="4053340" y="6235893"/>
                  </a:moveTo>
                  <a:lnTo>
                    <a:pt x="4053340" y="4053340"/>
                  </a:lnTo>
                  <a:lnTo>
                    <a:pt x="6235893" y="4053340"/>
                  </a:lnTo>
                  <a:cubicBezTo>
                    <a:pt x="6580293" y="4053340"/>
                    <a:pt x="6859501" y="3774132"/>
                    <a:pt x="6859501" y="3429731"/>
                  </a:cubicBezTo>
                  <a:cubicBezTo>
                    <a:pt x="6859501" y="3085330"/>
                    <a:pt x="6580332" y="2806123"/>
                    <a:pt x="6235893" y="2806123"/>
                  </a:cubicBezTo>
                  <a:lnTo>
                    <a:pt x="4053340" y="2806123"/>
                  </a:lnTo>
                  <a:lnTo>
                    <a:pt x="4053340" y="623608"/>
                  </a:lnTo>
                  <a:cubicBezTo>
                    <a:pt x="4053340" y="279208"/>
                    <a:pt x="3774171" y="0"/>
                    <a:pt x="3429731" y="0"/>
                  </a:cubicBezTo>
                  <a:cubicBezTo>
                    <a:pt x="3085330" y="0"/>
                    <a:pt x="2806123" y="279208"/>
                    <a:pt x="2806123" y="623608"/>
                  </a:cubicBezTo>
                  <a:lnTo>
                    <a:pt x="2806123" y="2806161"/>
                  </a:lnTo>
                  <a:lnTo>
                    <a:pt x="623608" y="2806161"/>
                  </a:lnTo>
                  <a:cubicBezTo>
                    <a:pt x="279208" y="2806161"/>
                    <a:pt x="0" y="3085369"/>
                    <a:pt x="0" y="3429731"/>
                  </a:cubicBezTo>
                  <a:cubicBezTo>
                    <a:pt x="0" y="3774132"/>
                    <a:pt x="279208" y="4053340"/>
                    <a:pt x="623608" y="4053340"/>
                  </a:cubicBezTo>
                  <a:lnTo>
                    <a:pt x="2806161" y="4053340"/>
                  </a:lnTo>
                  <a:lnTo>
                    <a:pt x="2806161" y="6235893"/>
                  </a:lnTo>
                  <a:cubicBezTo>
                    <a:pt x="2806161" y="6580293"/>
                    <a:pt x="3085369" y="6859501"/>
                    <a:pt x="3429770" y="6859501"/>
                  </a:cubicBezTo>
                  <a:cubicBezTo>
                    <a:pt x="3774171" y="6859501"/>
                    <a:pt x="4053340" y="6580293"/>
                    <a:pt x="4053340" y="6235893"/>
                  </a:cubicBezTo>
                  <a:close/>
                </a:path>
              </a:pathLst>
            </a:cu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endParaRPr lang="en-US" dirty="0"/>
            </a:p>
          </p:txBody>
        </p:sp>
        <p:sp useBgFill="1">
          <p:nvSpPr>
            <p:cNvPr id="11" name="Graphic 10">
              <a:extLst>
                <a:ext uri="{FF2B5EF4-FFF2-40B4-BE49-F238E27FC236}">
                  <a16:creationId xmlns:a16="http://schemas.microsoft.com/office/drawing/2014/main" id="{16514C65-F179-4953-B660-5FC6576979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2700000">
              <a:off x="8482021" y="62886"/>
              <a:ext cx="2322574" cy="2322574"/>
            </a:xfrm>
            <a:custGeom>
              <a:avLst/>
              <a:gdLst>
                <a:gd name="connsiteX0" fmla="*/ 4053340 w 6859500"/>
                <a:gd name="connsiteY0" fmla="*/ 6235893 h 6859500"/>
                <a:gd name="connsiteX1" fmla="*/ 4053340 w 6859500"/>
                <a:gd name="connsiteY1" fmla="*/ 4053340 h 6859500"/>
                <a:gd name="connsiteX2" fmla="*/ 6235893 w 6859500"/>
                <a:gd name="connsiteY2" fmla="*/ 4053340 h 6859500"/>
                <a:gd name="connsiteX3" fmla="*/ 6859501 w 6859500"/>
                <a:gd name="connsiteY3" fmla="*/ 3429731 h 6859500"/>
                <a:gd name="connsiteX4" fmla="*/ 6235893 w 6859500"/>
                <a:gd name="connsiteY4" fmla="*/ 2806123 h 6859500"/>
                <a:gd name="connsiteX5" fmla="*/ 4053340 w 6859500"/>
                <a:gd name="connsiteY5" fmla="*/ 2806123 h 6859500"/>
                <a:gd name="connsiteX6" fmla="*/ 4053340 w 6859500"/>
                <a:gd name="connsiteY6" fmla="*/ 623608 h 6859500"/>
                <a:gd name="connsiteX7" fmla="*/ 3429731 w 6859500"/>
                <a:gd name="connsiteY7" fmla="*/ 0 h 6859500"/>
                <a:gd name="connsiteX8" fmla="*/ 2806123 w 6859500"/>
                <a:gd name="connsiteY8" fmla="*/ 623608 h 6859500"/>
                <a:gd name="connsiteX9" fmla="*/ 2806123 w 6859500"/>
                <a:gd name="connsiteY9" fmla="*/ 2806161 h 6859500"/>
                <a:gd name="connsiteX10" fmla="*/ 623608 w 6859500"/>
                <a:gd name="connsiteY10" fmla="*/ 2806161 h 6859500"/>
                <a:gd name="connsiteX11" fmla="*/ 0 w 6859500"/>
                <a:gd name="connsiteY11" fmla="*/ 3429731 h 6859500"/>
                <a:gd name="connsiteX12" fmla="*/ 623608 w 6859500"/>
                <a:gd name="connsiteY12" fmla="*/ 4053340 h 6859500"/>
                <a:gd name="connsiteX13" fmla="*/ 2806161 w 6859500"/>
                <a:gd name="connsiteY13" fmla="*/ 4053340 h 6859500"/>
                <a:gd name="connsiteX14" fmla="*/ 2806161 w 6859500"/>
                <a:gd name="connsiteY14" fmla="*/ 6235893 h 6859500"/>
                <a:gd name="connsiteX15" fmla="*/ 3429770 w 6859500"/>
                <a:gd name="connsiteY15" fmla="*/ 6859501 h 6859500"/>
                <a:gd name="connsiteX16" fmla="*/ 4053340 w 6859500"/>
                <a:gd name="connsiteY16" fmla="*/ 6235893 h 6859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859500" h="6859500">
                  <a:moveTo>
                    <a:pt x="4053340" y="6235893"/>
                  </a:moveTo>
                  <a:lnTo>
                    <a:pt x="4053340" y="4053340"/>
                  </a:lnTo>
                  <a:lnTo>
                    <a:pt x="6235893" y="4053340"/>
                  </a:lnTo>
                  <a:cubicBezTo>
                    <a:pt x="6580293" y="4053340"/>
                    <a:pt x="6859501" y="3774132"/>
                    <a:pt x="6859501" y="3429731"/>
                  </a:cubicBezTo>
                  <a:cubicBezTo>
                    <a:pt x="6859501" y="3085330"/>
                    <a:pt x="6580332" y="2806123"/>
                    <a:pt x="6235893" y="2806123"/>
                  </a:cubicBezTo>
                  <a:lnTo>
                    <a:pt x="4053340" y="2806123"/>
                  </a:lnTo>
                  <a:lnTo>
                    <a:pt x="4053340" y="623608"/>
                  </a:lnTo>
                  <a:cubicBezTo>
                    <a:pt x="4053340" y="279208"/>
                    <a:pt x="3774171" y="0"/>
                    <a:pt x="3429731" y="0"/>
                  </a:cubicBezTo>
                  <a:cubicBezTo>
                    <a:pt x="3085330" y="0"/>
                    <a:pt x="2806123" y="279208"/>
                    <a:pt x="2806123" y="623608"/>
                  </a:cubicBezTo>
                  <a:lnTo>
                    <a:pt x="2806123" y="2806161"/>
                  </a:lnTo>
                  <a:lnTo>
                    <a:pt x="623608" y="2806161"/>
                  </a:lnTo>
                  <a:cubicBezTo>
                    <a:pt x="279208" y="2806161"/>
                    <a:pt x="0" y="3085369"/>
                    <a:pt x="0" y="3429731"/>
                  </a:cubicBezTo>
                  <a:cubicBezTo>
                    <a:pt x="0" y="3774132"/>
                    <a:pt x="279208" y="4053340"/>
                    <a:pt x="623608" y="4053340"/>
                  </a:cubicBezTo>
                  <a:lnTo>
                    <a:pt x="2806161" y="4053340"/>
                  </a:lnTo>
                  <a:lnTo>
                    <a:pt x="2806161" y="6235893"/>
                  </a:lnTo>
                  <a:cubicBezTo>
                    <a:pt x="2806161" y="6580293"/>
                    <a:pt x="3085369" y="6859501"/>
                    <a:pt x="3429770" y="6859501"/>
                  </a:cubicBezTo>
                  <a:cubicBezTo>
                    <a:pt x="3774171" y="6859501"/>
                    <a:pt x="4053340" y="6580293"/>
                    <a:pt x="4053340" y="6235893"/>
                  </a:cubicBezTo>
                  <a:close/>
                </a:path>
              </a:pathLst>
            </a:cu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endParaRPr lang="en-US" dirty="0"/>
            </a:p>
          </p:txBody>
        </p:sp>
        <p:sp useBgFill="1">
          <p:nvSpPr>
            <p:cNvPr id="26" name="Graphic 10">
              <a:extLst>
                <a:ext uri="{FF2B5EF4-FFF2-40B4-BE49-F238E27FC236}">
                  <a16:creationId xmlns:a16="http://schemas.microsoft.com/office/drawing/2014/main" id="{DF5DA89C-9FED-4AE0-8C36-20612E77FA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2700000">
              <a:off x="10578627" y="5015941"/>
              <a:ext cx="925287" cy="925287"/>
            </a:xfrm>
            <a:custGeom>
              <a:avLst/>
              <a:gdLst>
                <a:gd name="connsiteX0" fmla="*/ 4053340 w 6859500"/>
                <a:gd name="connsiteY0" fmla="*/ 6235893 h 6859500"/>
                <a:gd name="connsiteX1" fmla="*/ 4053340 w 6859500"/>
                <a:gd name="connsiteY1" fmla="*/ 4053340 h 6859500"/>
                <a:gd name="connsiteX2" fmla="*/ 6235893 w 6859500"/>
                <a:gd name="connsiteY2" fmla="*/ 4053340 h 6859500"/>
                <a:gd name="connsiteX3" fmla="*/ 6859501 w 6859500"/>
                <a:gd name="connsiteY3" fmla="*/ 3429731 h 6859500"/>
                <a:gd name="connsiteX4" fmla="*/ 6235893 w 6859500"/>
                <a:gd name="connsiteY4" fmla="*/ 2806123 h 6859500"/>
                <a:gd name="connsiteX5" fmla="*/ 4053340 w 6859500"/>
                <a:gd name="connsiteY5" fmla="*/ 2806123 h 6859500"/>
                <a:gd name="connsiteX6" fmla="*/ 4053340 w 6859500"/>
                <a:gd name="connsiteY6" fmla="*/ 623608 h 6859500"/>
                <a:gd name="connsiteX7" fmla="*/ 3429731 w 6859500"/>
                <a:gd name="connsiteY7" fmla="*/ 0 h 6859500"/>
                <a:gd name="connsiteX8" fmla="*/ 2806123 w 6859500"/>
                <a:gd name="connsiteY8" fmla="*/ 623608 h 6859500"/>
                <a:gd name="connsiteX9" fmla="*/ 2806123 w 6859500"/>
                <a:gd name="connsiteY9" fmla="*/ 2806161 h 6859500"/>
                <a:gd name="connsiteX10" fmla="*/ 623608 w 6859500"/>
                <a:gd name="connsiteY10" fmla="*/ 2806161 h 6859500"/>
                <a:gd name="connsiteX11" fmla="*/ 0 w 6859500"/>
                <a:gd name="connsiteY11" fmla="*/ 3429731 h 6859500"/>
                <a:gd name="connsiteX12" fmla="*/ 623608 w 6859500"/>
                <a:gd name="connsiteY12" fmla="*/ 4053340 h 6859500"/>
                <a:gd name="connsiteX13" fmla="*/ 2806161 w 6859500"/>
                <a:gd name="connsiteY13" fmla="*/ 4053340 h 6859500"/>
                <a:gd name="connsiteX14" fmla="*/ 2806161 w 6859500"/>
                <a:gd name="connsiteY14" fmla="*/ 6235893 h 6859500"/>
                <a:gd name="connsiteX15" fmla="*/ 3429770 w 6859500"/>
                <a:gd name="connsiteY15" fmla="*/ 6859501 h 6859500"/>
                <a:gd name="connsiteX16" fmla="*/ 4053340 w 6859500"/>
                <a:gd name="connsiteY16" fmla="*/ 6235893 h 6859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859500" h="6859500">
                  <a:moveTo>
                    <a:pt x="4053340" y="6235893"/>
                  </a:moveTo>
                  <a:lnTo>
                    <a:pt x="4053340" y="4053340"/>
                  </a:lnTo>
                  <a:lnTo>
                    <a:pt x="6235893" y="4053340"/>
                  </a:lnTo>
                  <a:cubicBezTo>
                    <a:pt x="6580293" y="4053340"/>
                    <a:pt x="6859501" y="3774132"/>
                    <a:pt x="6859501" y="3429731"/>
                  </a:cubicBezTo>
                  <a:cubicBezTo>
                    <a:pt x="6859501" y="3085330"/>
                    <a:pt x="6580332" y="2806123"/>
                    <a:pt x="6235893" y="2806123"/>
                  </a:cubicBezTo>
                  <a:lnTo>
                    <a:pt x="4053340" y="2806123"/>
                  </a:lnTo>
                  <a:lnTo>
                    <a:pt x="4053340" y="623608"/>
                  </a:lnTo>
                  <a:cubicBezTo>
                    <a:pt x="4053340" y="279208"/>
                    <a:pt x="3774171" y="0"/>
                    <a:pt x="3429731" y="0"/>
                  </a:cubicBezTo>
                  <a:cubicBezTo>
                    <a:pt x="3085330" y="0"/>
                    <a:pt x="2806123" y="279208"/>
                    <a:pt x="2806123" y="623608"/>
                  </a:cubicBezTo>
                  <a:lnTo>
                    <a:pt x="2806123" y="2806161"/>
                  </a:lnTo>
                  <a:lnTo>
                    <a:pt x="623608" y="2806161"/>
                  </a:lnTo>
                  <a:cubicBezTo>
                    <a:pt x="279208" y="2806161"/>
                    <a:pt x="0" y="3085369"/>
                    <a:pt x="0" y="3429731"/>
                  </a:cubicBezTo>
                  <a:cubicBezTo>
                    <a:pt x="0" y="3774132"/>
                    <a:pt x="279208" y="4053340"/>
                    <a:pt x="623608" y="4053340"/>
                  </a:cubicBezTo>
                  <a:lnTo>
                    <a:pt x="2806161" y="4053340"/>
                  </a:lnTo>
                  <a:lnTo>
                    <a:pt x="2806161" y="6235893"/>
                  </a:lnTo>
                  <a:cubicBezTo>
                    <a:pt x="2806161" y="6580293"/>
                    <a:pt x="3085369" y="6859501"/>
                    <a:pt x="3429770" y="6859501"/>
                  </a:cubicBezTo>
                  <a:cubicBezTo>
                    <a:pt x="3774171" y="6859501"/>
                    <a:pt x="4053340" y="6580293"/>
                    <a:pt x="4053340" y="6235893"/>
                  </a:cubicBezTo>
                  <a:close/>
                </a:path>
              </a:pathLst>
            </a:cu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endParaRPr lang="en-US" dirty="0"/>
            </a:p>
          </p:txBody>
        </p:sp>
        <p:sp useBgFill="1">
          <p:nvSpPr>
            <p:cNvPr id="13" name="Oval 12">
              <a:extLst>
                <a:ext uri="{FF2B5EF4-FFF2-40B4-BE49-F238E27FC236}">
                  <a16:creationId xmlns:a16="http://schemas.microsoft.com/office/drawing/2014/main" id="{FB98224C-F1DB-4F10-9B7F-93B86BA13F4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11622685" y="6102941"/>
              <a:ext cx="261660" cy="261660"/>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endParaRPr lang="en-US"/>
            </a:p>
          </p:txBody>
        </p:sp>
        <p:sp useBgFill="1">
          <p:nvSpPr>
            <p:cNvPr id="27" name="Oval 13">
              <a:extLst>
                <a:ext uri="{FF2B5EF4-FFF2-40B4-BE49-F238E27FC236}">
                  <a16:creationId xmlns:a16="http://schemas.microsoft.com/office/drawing/2014/main" id="{9AE1FC9E-06C9-4A12-8BE7-766C3DA8B9A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11352354" y="406586"/>
              <a:ext cx="474023" cy="474023"/>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endParaRPr lang="en-US"/>
            </a:p>
          </p:txBody>
        </p:sp>
        <p:sp useBgFill="1">
          <p:nvSpPr>
            <p:cNvPr id="28" name="Oval 14">
              <a:extLst>
                <a:ext uri="{FF2B5EF4-FFF2-40B4-BE49-F238E27FC236}">
                  <a16:creationId xmlns:a16="http://schemas.microsoft.com/office/drawing/2014/main" id="{29954B75-D8C7-439C-A014-E644E3E2C0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1678231" y="427615"/>
              <a:ext cx="334385" cy="334385"/>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endParaRPr lang="en-US" dirty="0"/>
            </a:p>
          </p:txBody>
        </p:sp>
      </p:grpSp>
      <p:sp useBgFill="1">
        <p:nvSpPr>
          <p:cNvPr id="29" name="Rectangle 16">
            <a:extLst>
              <a:ext uri="{FF2B5EF4-FFF2-40B4-BE49-F238E27FC236}">
                <a16:creationId xmlns:a16="http://schemas.microsoft.com/office/drawing/2014/main" id="{4E1EF4E8-5513-4BF5-BC41-04645281C6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3848" cap="flat">
            <a:noFill/>
            <a:prstDash val="solid"/>
            <a:miter/>
          </a:ln>
          <a:effectLst/>
        </p:spPr>
        <p:txBody>
          <a:bodyPr rtlCol="0" anchor="ctr"/>
          <a:lstStyle/>
          <a:p>
            <a:endParaRPr lang="en-US" dirty="0">
              <a:solidFill>
                <a:schemeClr val="tx1"/>
              </a:solidFill>
            </a:endParaRPr>
          </a:p>
        </p:txBody>
      </p:sp>
      <p:pic>
        <p:nvPicPr>
          <p:cNvPr id="5" name="Picture 4" descr="Wykrzyknik na żółtym tle">
            <a:extLst>
              <a:ext uri="{FF2B5EF4-FFF2-40B4-BE49-F238E27FC236}">
                <a16:creationId xmlns:a16="http://schemas.microsoft.com/office/drawing/2014/main" id="{4644B6BA-EA9C-0A72-D31A-5D93E59D5869}"/>
              </a:ext>
            </a:extLst>
          </p:cNvPr>
          <p:cNvPicPr>
            <a:picLocks noChangeAspect="1"/>
          </p:cNvPicPr>
          <p:nvPr/>
        </p:nvPicPr>
        <p:blipFill rotWithShape="1">
          <a:blip r:embed="rId2"/>
          <a:srcRect t="25000"/>
          <a:stretch/>
        </p:blipFill>
        <p:spPr>
          <a:xfrm>
            <a:off x="20" y="10"/>
            <a:ext cx="12191980" cy="6857989"/>
          </a:xfrm>
          <a:prstGeom prst="rect">
            <a:avLst/>
          </a:prstGeom>
        </p:spPr>
      </p:pic>
      <p:grpSp>
        <p:nvGrpSpPr>
          <p:cNvPr id="30" name="Group 18">
            <a:extLst>
              <a:ext uri="{FF2B5EF4-FFF2-40B4-BE49-F238E27FC236}">
                <a16:creationId xmlns:a16="http://schemas.microsoft.com/office/drawing/2014/main" id="{E2F6F869-F143-4607-BEE5-AA6FEB71E10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38029" y="254882"/>
            <a:ext cx="2063695" cy="2594445"/>
            <a:chOff x="438029" y="254882"/>
            <a:chExt cx="2063695" cy="2594445"/>
          </a:xfrm>
        </p:grpSpPr>
        <p:sp useBgFill="1">
          <p:nvSpPr>
            <p:cNvPr id="31" name="Graphic 10">
              <a:extLst>
                <a:ext uri="{FF2B5EF4-FFF2-40B4-BE49-F238E27FC236}">
                  <a16:creationId xmlns:a16="http://schemas.microsoft.com/office/drawing/2014/main" id="{C75470B2-BBA7-4280-A6F6-FAE9E9F1CC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2700000">
              <a:off x="559425" y="995030"/>
              <a:ext cx="1066799" cy="1066799"/>
            </a:xfrm>
            <a:custGeom>
              <a:avLst/>
              <a:gdLst>
                <a:gd name="connsiteX0" fmla="*/ 4053340 w 6859500"/>
                <a:gd name="connsiteY0" fmla="*/ 6235893 h 6859500"/>
                <a:gd name="connsiteX1" fmla="*/ 4053340 w 6859500"/>
                <a:gd name="connsiteY1" fmla="*/ 4053340 h 6859500"/>
                <a:gd name="connsiteX2" fmla="*/ 6235893 w 6859500"/>
                <a:gd name="connsiteY2" fmla="*/ 4053340 h 6859500"/>
                <a:gd name="connsiteX3" fmla="*/ 6859501 w 6859500"/>
                <a:gd name="connsiteY3" fmla="*/ 3429731 h 6859500"/>
                <a:gd name="connsiteX4" fmla="*/ 6235893 w 6859500"/>
                <a:gd name="connsiteY4" fmla="*/ 2806123 h 6859500"/>
                <a:gd name="connsiteX5" fmla="*/ 4053340 w 6859500"/>
                <a:gd name="connsiteY5" fmla="*/ 2806123 h 6859500"/>
                <a:gd name="connsiteX6" fmla="*/ 4053340 w 6859500"/>
                <a:gd name="connsiteY6" fmla="*/ 623608 h 6859500"/>
                <a:gd name="connsiteX7" fmla="*/ 3429731 w 6859500"/>
                <a:gd name="connsiteY7" fmla="*/ 0 h 6859500"/>
                <a:gd name="connsiteX8" fmla="*/ 2806123 w 6859500"/>
                <a:gd name="connsiteY8" fmla="*/ 623608 h 6859500"/>
                <a:gd name="connsiteX9" fmla="*/ 2806123 w 6859500"/>
                <a:gd name="connsiteY9" fmla="*/ 2806161 h 6859500"/>
                <a:gd name="connsiteX10" fmla="*/ 623608 w 6859500"/>
                <a:gd name="connsiteY10" fmla="*/ 2806161 h 6859500"/>
                <a:gd name="connsiteX11" fmla="*/ 0 w 6859500"/>
                <a:gd name="connsiteY11" fmla="*/ 3429731 h 6859500"/>
                <a:gd name="connsiteX12" fmla="*/ 623608 w 6859500"/>
                <a:gd name="connsiteY12" fmla="*/ 4053340 h 6859500"/>
                <a:gd name="connsiteX13" fmla="*/ 2806161 w 6859500"/>
                <a:gd name="connsiteY13" fmla="*/ 4053340 h 6859500"/>
                <a:gd name="connsiteX14" fmla="*/ 2806161 w 6859500"/>
                <a:gd name="connsiteY14" fmla="*/ 6235893 h 6859500"/>
                <a:gd name="connsiteX15" fmla="*/ 3429770 w 6859500"/>
                <a:gd name="connsiteY15" fmla="*/ 6859501 h 6859500"/>
                <a:gd name="connsiteX16" fmla="*/ 4053340 w 6859500"/>
                <a:gd name="connsiteY16" fmla="*/ 6235893 h 6859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859500" h="6859500">
                  <a:moveTo>
                    <a:pt x="4053340" y="6235893"/>
                  </a:moveTo>
                  <a:lnTo>
                    <a:pt x="4053340" y="4053340"/>
                  </a:lnTo>
                  <a:lnTo>
                    <a:pt x="6235893" y="4053340"/>
                  </a:lnTo>
                  <a:cubicBezTo>
                    <a:pt x="6580293" y="4053340"/>
                    <a:pt x="6859501" y="3774132"/>
                    <a:pt x="6859501" y="3429731"/>
                  </a:cubicBezTo>
                  <a:cubicBezTo>
                    <a:pt x="6859501" y="3085330"/>
                    <a:pt x="6580332" y="2806123"/>
                    <a:pt x="6235893" y="2806123"/>
                  </a:cubicBezTo>
                  <a:lnTo>
                    <a:pt x="4053340" y="2806123"/>
                  </a:lnTo>
                  <a:lnTo>
                    <a:pt x="4053340" y="623608"/>
                  </a:lnTo>
                  <a:cubicBezTo>
                    <a:pt x="4053340" y="279208"/>
                    <a:pt x="3774171" y="0"/>
                    <a:pt x="3429731" y="0"/>
                  </a:cubicBezTo>
                  <a:cubicBezTo>
                    <a:pt x="3085330" y="0"/>
                    <a:pt x="2806123" y="279208"/>
                    <a:pt x="2806123" y="623608"/>
                  </a:cubicBezTo>
                  <a:lnTo>
                    <a:pt x="2806123" y="2806161"/>
                  </a:lnTo>
                  <a:lnTo>
                    <a:pt x="623608" y="2806161"/>
                  </a:lnTo>
                  <a:cubicBezTo>
                    <a:pt x="279208" y="2806161"/>
                    <a:pt x="0" y="3085369"/>
                    <a:pt x="0" y="3429731"/>
                  </a:cubicBezTo>
                  <a:cubicBezTo>
                    <a:pt x="0" y="3774132"/>
                    <a:pt x="279208" y="4053340"/>
                    <a:pt x="623608" y="4053340"/>
                  </a:cubicBezTo>
                  <a:lnTo>
                    <a:pt x="2806161" y="4053340"/>
                  </a:lnTo>
                  <a:lnTo>
                    <a:pt x="2806161" y="6235893"/>
                  </a:lnTo>
                  <a:cubicBezTo>
                    <a:pt x="2806161" y="6580293"/>
                    <a:pt x="3085369" y="6859501"/>
                    <a:pt x="3429770" y="6859501"/>
                  </a:cubicBezTo>
                  <a:cubicBezTo>
                    <a:pt x="3774171" y="6859501"/>
                    <a:pt x="4053340" y="6580293"/>
                    <a:pt x="4053340" y="6235893"/>
                  </a:cubicBezTo>
                  <a:close/>
                </a:path>
              </a:pathLst>
            </a:cu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endParaRPr lang="en-US" dirty="0"/>
            </a:p>
          </p:txBody>
        </p:sp>
        <p:sp useBgFill="1">
          <p:nvSpPr>
            <p:cNvPr id="32" name="Oval 20">
              <a:extLst>
                <a:ext uri="{FF2B5EF4-FFF2-40B4-BE49-F238E27FC236}">
                  <a16:creationId xmlns:a16="http://schemas.microsoft.com/office/drawing/2014/main" id="{9A54C6CC-DDAA-4A39-ADF6-3C8475C59A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2286000" y="1378534"/>
              <a:ext cx="215724" cy="215724"/>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endParaRPr lang="en-US" dirty="0"/>
            </a:p>
          </p:txBody>
        </p:sp>
        <p:sp useBgFill="1">
          <p:nvSpPr>
            <p:cNvPr id="22" name="Oval 21">
              <a:extLst>
                <a:ext uri="{FF2B5EF4-FFF2-40B4-BE49-F238E27FC236}">
                  <a16:creationId xmlns:a16="http://schemas.microsoft.com/office/drawing/2014/main" id="{714358CC-CF77-4F38-89E2-D6A3ABD012B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438029" y="254882"/>
              <a:ext cx="474023" cy="474023"/>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endParaRPr lang="en-US"/>
            </a:p>
          </p:txBody>
        </p:sp>
        <p:sp useBgFill="1">
          <p:nvSpPr>
            <p:cNvPr id="23" name="Oval 22">
              <a:extLst>
                <a:ext uri="{FF2B5EF4-FFF2-40B4-BE49-F238E27FC236}">
                  <a16:creationId xmlns:a16="http://schemas.microsoft.com/office/drawing/2014/main" id="{0CB44DA0-4772-4F1E-982F-12BAC7C584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838200" y="2514942"/>
              <a:ext cx="334385" cy="334385"/>
            </a:xfrm>
            <a:prstGeom prst="ellipse">
              <a:avLst/>
            </a:prstGeom>
            <a:ln w="3848" cap="flat">
              <a:noFill/>
              <a:prstDash val="solid"/>
              <a:miter/>
            </a:ln>
            <a:effectLst>
              <a:glow rad="152400">
                <a:srgbClr val="000000">
                  <a:alpha val="4000"/>
                </a:srgbClr>
              </a:glow>
              <a:outerShdw blurRad="101600" dist="38100" dir="16200000" rotWithShape="0">
                <a:srgbClr val="000000">
                  <a:alpha val="5000"/>
                </a:srgbClr>
              </a:outerShdw>
            </a:effectLst>
          </p:spPr>
          <p:txBody>
            <a:bodyPr rtlCol="0" anchor="ctr"/>
            <a:lstStyle/>
            <a:p>
              <a:endParaRPr lang="en-US" dirty="0"/>
            </a:p>
          </p:txBody>
        </p:sp>
      </p:grpSp>
      <p:sp>
        <p:nvSpPr>
          <p:cNvPr id="25" name="Rectangle 24">
            <a:extLst>
              <a:ext uri="{FF2B5EF4-FFF2-40B4-BE49-F238E27FC236}">
                <a16:creationId xmlns:a16="http://schemas.microsoft.com/office/drawing/2014/main" id="{816D4481-06E0-406F-B2B0-A78607E35F7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2000" cy="6857999"/>
          </a:xfrm>
          <a:prstGeom prst="rect">
            <a:avLst/>
          </a:prstGeom>
          <a:solidFill>
            <a:schemeClr val="accent2">
              <a:alpha val="40000"/>
            </a:schemeClr>
          </a:solidFill>
          <a:ln w="3848" cap="flat">
            <a:noFill/>
            <a:prstDash val="solid"/>
            <a:miter/>
          </a:ln>
          <a:effectLst/>
        </p:spPr>
        <p:txBody>
          <a:bodyPr rtlCol="0" anchor="ctr"/>
          <a:lstStyle/>
          <a:p>
            <a:endParaRPr lang="en-US" dirty="0">
              <a:solidFill>
                <a:schemeClr val="tx1"/>
              </a:solidFill>
            </a:endParaRPr>
          </a:p>
        </p:txBody>
      </p:sp>
      <p:sp>
        <p:nvSpPr>
          <p:cNvPr id="2" name="Tytuł 1">
            <a:extLst>
              <a:ext uri="{FF2B5EF4-FFF2-40B4-BE49-F238E27FC236}">
                <a16:creationId xmlns:a16="http://schemas.microsoft.com/office/drawing/2014/main" id="{62285FA7-9165-2337-1E09-F87CBEDB0C32}"/>
              </a:ext>
            </a:extLst>
          </p:cNvPr>
          <p:cNvSpPr>
            <a:spLocks noGrp="1"/>
          </p:cNvSpPr>
          <p:nvPr>
            <p:ph type="title"/>
          </p:nvPr>
        </p:nvSpPr>
        <p:spPr>
          <a:xfrm>
            <a:off x="1524000" y="728905"/>
            <a:ext cx="9144000" cy="3184274"/>
          </a:xfrm>
        </p:spPr>
        <p:txBody>
          <a:bodyPr vert="horz" lIns="91440" tIns="45720" rIns="91440" bIns="45720" rtlCol="0" anchor="b">
            <a:normAutofit/>
          </a:bodyPr>
          <a:lstStyle/>
          <a:p>
            <a:pPr algn="ctr"/>
            <a:r>
              <a:rPr lang="en-US" sz="6000" kern="1200" dirty="0" err="1">
                <a:solidFill>
                  <a:srgbClr val="FFFFFF"/>
                </a:solidFill>
                <a:latin typeface="+mj-lt"/>
                <a:ea typeface="+mj-ea"/>
                <a:cs typeface="+mj-cs"/>
              </a:rPr>
              <a:t>Dziękujemy</a:t>
            </a:r>
            <a:r>
              <a:rPr lang="en-US" sz="6000" kern="1200" dirty="0">
                <a:solidFill>
                  <a:srgbClr val="FFFFFF"/>
                </a:solidFill>
                <a:latin typeface="+mj-lt"/>
                <a:ea typeface="+mj-ea"/>
                <a:cs typeface="+mj-cs"/>
              </a:rPr>
              <a:t> za </a:t>
            </a:r>
            <a:r>
              <a:rPr lang="en-US" sz="6000" kern="1200" dirty="0" err="1">
                <a:solidFill>
                  <a:srgbClr val="FFFFFF"/>
                </a:solidFill>
                <a:latin typeface="+mj-lt"/>
                <a:ea typeface="+mj-ea"/>
                <a:cs typeface="+mj-cs"/>
              </a:rPr>
              <a:t>uwagę</a:t>
            </a:r>
            <a:r>
              <a:rPr lang="en-US" sz="6000" kern="1200" dirty="0">
                <a:solidFill>
                  <a:srgbClr val="FFFFFF"/>
                </a:solidFill>
                <a:latin typeface="+mj-lt"/>
                <a:ea typeface="+mj-ea"/>
                <a:cs typeface="+mj-cs"/>
              </a:rPr>
              <a:t>!</a:t>
            </a:r>
          </a:p>
        </p:txBody>
      </p:sp>
      <p:sp>
        <p:nvSpPr>
          <p:cNvPr id="4" name="pole tekstowe 3">
            <a:extLst>
              <a:ext uri="{FF2B5EF4-FFF2-40B4-BE49-F238E27FC236}">
                <a16:creationId xmlns:a16="http://schemas.microsoft.com/office/drawing/2014/main" id="{8F75B27C-4528-696C-15DE-349BFCF7BCBB}"/>
              </a:ext>
            </a:extLst>
          </p:cNvPr>
          <p:cNvSpPr txBox="1"/>
          <p:nvPr/>
        </p:nvSpPr>
        <p:spPr>
          <a:xfrm>
            <a:off x="8751295" y="5310441"/>
            <a:ext cx="3271395" cy="923330"/>
          </a:xfrm>
          <a:prstGeom prst="rect">
            <a:avLst/>
          </a:prstGeom>
          <a:noFill/>
        </p:spPr>
        <p:txBody>
          <a:bodyPr wrap="square" rtlCol="0">
            <a:spAutoFit/>
          </a:bodyPr>
          <a:lstStyle/>
          <a:p>
            <a:r>
              <a:rPr lang="pl-PL" dirty="0">
                <a:solidFill>
                  <a:schemeClr val="bg1"/>
                </a:solidFill>
              </a:rPr>
              <a:t>Autorzy:</a:t>
            </a:r>
          </a:p>
          <a:p>
            <a:r>
              <a:rPr lang="pl-PL" dirty="0">
                <a:solidFill>
                  <a:schemeClr val="bg1"/>
                </a:solidFill>
              </a:rPr>
              <a:t>Robert </a:t>
            </a:r>
            <a:r>
              <a:rPr lang="pl-PL" dirty="0" err="1">
                <a:solidFill>
                  <a:schemeClr val="bg1"/>
                </a:solidFill>
              </a:rPr>
              <a:t>Mesek</a:t>
            </a:r>
            <a:endParaRPr lang="pl-PL" dirty="0">
              <a:solidFill>
                <a:schemeClr val="bg1"/>
              </a:solidFill>
            </a:endParaRPr>
          </a:p>
          <a:p>
            <a:r>
              <a:rPr lang="pl-PL" dirty="0">
                <a:solidFill>
                  <a:schemeClr val="bg1"/>
                </a:solidFill>
              </a:rPr>
              <a:t>Wojciech Kaźmierczak</a:t>
            </a:r>
          </a:p>
        </p:txBody>
      </p:sp>
      <p:sp>
        <p:nvSpPr>
          <p:cNvPr id="6" name="pole tekstowe 5">
            <a:extLst>
              <a:ext uri="{FF2B5EF4-FFF2-40B4-BE49-F238E27FC236}">
                <a16:creationId xmlns:a16="http://schemas.microsoft.com/office/drawing/2014/main" id="{E60AC509-F52E-57B2-5517-CB3F7D1EC0C7}"/>
              </a:ext>
            </a:extLst>
          </p:cNvPr>
          <p:cNvSpPr txBox="1"/>
          <p:nvPr/>
        </p:nvSpPr>
        <p:spPr>
          <a:xfrm>
            <a:off x="404982" y="4942466"/>
            <a:ext cx="4607079" cy="1107996"/>
          </a:xfrm>
          <a:prstGeom prst="rect">
            <a:avLst/>
          </a:prstGeom>
          <a:noFill/>
        </p:spPr>
        <p:txBody>
          <a:bodyPr wrap="square" rtlCol="0">
            <a:spAutoFit/>
          </a:bodyPr>
          <a:lstStyle/>
          <a:p>
            <a:r>
              <a:rPr lang="pl-PL" sz="1100" dirty="0">
                <a:solidFill>
                  <a:schemeClr val="bg1"/>
                </a:solidFill>
              </a:rPr>
              <a:t>Źródła:</a:t>
            </a:r>
          </a:p>
          <a:p>
            <a:pPr marL="285750" indent="-285750">
              <a:buFont typeface="Arial" panose="020B0604020202020204" pitchFamily="34" charset="0"/>
              <a:buChar char="•"/>
            </a:pPr>
            <a:r>
              <a:rPr lang="pl-PL" sz="1100" dirty="0">
                <a:solidFill>
                  <a:schemeClr val="bg1"/>
                </a:solidFill>
              </a:rPr>
              <a:t>Wykłady z Algorytmów Geometrycznych dr inż. Barbary </a:t>
            </a:r>
            <a:r>
              <a:rPr lang="pl-PL" sz="1100" dirty="0" err="1">
                <a:solidFill>
                  <a:schemeClr val="bg1"/>
                </a:solidFill>
              </a:rPr>
              <a:t>Głut</a:t>
            </a:r>
            <a:endParaRPr lang="pl-PL" sz="1100" dirty="0">
              <a:solidFill>
                <a:schemeClr val="bg1"/>
              </a:solidFill>
            </a:endParaRPr>
          </a:p>
          <a:p>
            <a:pPr marL="285750" indent="-285750">
              <a:buFont typeface="Arial" panose="020B0604020202020204" pitchFamily="34" charset="0"/>
              <a:buChar char="•"/>
            </a:pPr>
            <a:r>
              <a:rPr lang="pl-PL" sz="1100" dirty="0">
                <a:solidFill>
                  <a:schemeClr val="bg1"/>
                </a:solidFill>
              </a:rPr>
              <a:t>Wikipedia</a:t>
            </a:r>
          </a:p>
          <a:p>
            <a:pPr marL="285750" indent="-285750">
              <a:buFont typeface="Arial" panose="020B0604020202020204" pitchFamily="34" charset="0"/>
              <a:buChar char="•"/>
            </a:pPr>
            <a:r>
              <a:rPr lang="pl-PL" sz="1100" dirty="0">
                <a:solidFill>
                  <a:schemeClr val="bg1"/>
                </a:solidFill>
                <a:hlinkClick r:id="rId3">
                  <a:extLst>
                    <a:ext uri="{A12FA001-AC4F-418D-AE19-62706E023703}">
                      <ahyp:hlinkClr xmlns:ahyp="http://schemas.microsoft.com/office/drawing/2018/hyperlinkcolor" val="tx"/>
                    </a:ext>
                  </a:extLst>
                </a:hlinkClick>
              </a:rPr>
              <a:t>Half-Edge Data </a:t>
            </a:r>
            <a:r>
              <a:rPr lang="pl-PL" sz="1100" dirty="0" err="1">
                <a:solidFill>
                  <a:schemeClr val="bg1"/>
                </a:solidFill>
                <a:hlinkClick r:id="rId3">
                  <a:extLst>
                    <a:ext uri="{A12FA001-AC4F-418D-AE19-62706E023703}">
                      <ahyp:hlinkClr xmlns:ahyp="http://schemas.microsoft.com/office/drawing/2018/hyperlinkcolor" val="tx"/>
                    </a:ext>
                  </a:extLst>
                </a:hlinkClick>
              </a:rPr>
              <a:t>Structure</a:t>
            </a:r>
            <a:endParaRPr lang="pl-PL" sz="1100" dirty="0">
              <a:solidFill>
                <a:schemeClr val="bg1"/>
              </a:solidFill>
            </a:endParaRPr>
          </a:p>
          <a:p>
            <a:pPr marL="285750" indent="-285750">
              <a:buFont typeface="Arial" panose="020B0604020202020204" pitchFamily="34" charset="0"/>
              <a:buChar char="•"/>
            </a:pPr>
            <a:r>
              <a:rPr lang="pl-PL" sz="1100" dirty="0">
                <a:solidFill>
                  <a:schemeClr val="bg1"/>
                </a:solidFill>
                <a:hlinkClick r:id="rId4">
                  <a:extLst>
                    <a:ext uri="{A12FA001-AC4F-418D-AE19-62706E023703}">
                      <ahyp:hlinkClr xmlns:ahyp="http://schemas.microsoft.com/office/drawing/2018/hyperlinkcolor" val="tx"/>
                    </a:ext>
                  </a:extLst>
                </a:hlinkClick>
              </a:rPr>
              <a:t>Half_Edges_2</a:t>
            </a:r>
            <a:endParaRPr lang="pl-PL" sz="1100" dirty="0">
              <a:solidFill>
                <a:schemeClr val="bg1"/>
              </a:solidFill>
            </a:endParaRPr>
          </a:p>
          <a:p>
            <a:pPr marL="285750" indent="-285750">
              <a:buFont typeface="Arial" panose="020B0604020202020204" pitchFamily="34" charset="0"/>
              <a:buChar char="•"/>
            </a:pPr>
            <a:endParaRPr lang="pl-PL" sz="1100" dirty="0">
              <a:solidFill>
                <a:schemeClr val="bg1"/>
              </a:solidFill>
            </a:endParaRPr>
          </a:p>
        </p:txBody>
      </p:sp>
    </p:spTree>
    <p:extLst>
      <p:ext uri="{BB962C8B-B14F-4D97-AF65-F5344CB8AC3E}">
        <p14:creationId xmlns:p14="http://schemas.microsoft.com/office/powerpoint/2010/main" val="2681157007"/>
      </p:ext>
    </p:extLst>
  </p:cSld>
  <p:clrMapOvr>
    <a:masterClrMapping/>
  </p:clrMapOvr>
</p:sld>
</file>

<file path=ppt/theme/theme1.xml><?xml version="1.0" encoding="utf-8"?>
<a:theme xmlns:a="http://schemas.openxmlformats.org/drawingml/2006/main" name="MinimalXOVTI">
  <a:themeElements>
    <a:clrScheme name="AnalogousFromLightSeedRightStep">
      <a:dk1>
        <a:srgbClr val="000000"/>
      </a:dk1>
      <a:lt1>
        <a:srgbClr val="FFFFFF"/>
      </a:lt1>
      <a:dk2>
        <a:srgbClr val="413424"/>
      </a:dk2>
      <a:lt2>
        <a:srgbClr val="E2E5E8"/>
      </a:lt2>
      <a:accent1>
        <a:srgbClr val="D19651"/>
      </a:accent1>
      <a:accent2>
        <a:srgbClr val="A9A64F"/>
      </a:accent2>
      <a:accent3>
        <a:srgbClr val="90AB63"/>
      </a:accent3>
      <a:accent4>
        <a:srgbClr val="66B253"/>
      </a:accent4>
      <a:accent5>
        <a:srgbClr val="58B46B"/>
      </a:accent5>
      <a:accent6>
        <a:srgbClr val="53B28E"/>
      </a:accent6>
      <a:hlink>
        <a:srgbClr val="6283AA"/>
      </a:hlink>
      <a:folHlink>
        <a:srgbClr val="7F7F7F"/>
      </a:folHlink>
    </a:clrScheme>
    <a:fontScheme name="Custom 40">
      <a:majorFont>
        <a:latin typeface="Open sans"/>
        <a:ea typeface=""/>
        <a:cs typeface=""/>
      </a:majorFont>
      <a:minorFont>
        <a:latin typeface="Open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inimalXOVTI" id="{DC540DBD-7FF5-4942-921A-CFF95ECB90AA}" vid="{E72E4198-D957-48FD-B88D-6DAFC89EAFA2}"/>
    </a:ext>
  </a:extLst>
</a:theme>
</file>

<file path=docProps/app.xml><?xml version="1.0" encoding="utf-8"?>
<Properties xmlns="http://schemas.openxmlformats.org/officeDocument/2006/extended-properties" xmlns:vt="http://schemas.openxmlformats.org/officeDocument/2006/docPropsVTypes">
  <TotalTime>618</TotalTime>
  <Words>912</Words>
  <Application>Microsoft Office PowerPoint</Application>
  <PresentationFormat>Widescreen</PresentationFormat>
  <Paragraphs>69</Paragraphs>
  <Slides>32</Slides>
  <Notes>0</Notes>
  <HiddenSlides>0</HiddenSlides>
  <MMClips>0</MMClips>
  <ScaleCrop>false</ScaleCrop>
  <HeadingPairs>
    <vt:vector size="4" baseType="variant">
      <vt:variant>
        <vt:lpstr>Theme</vt:lpstr>
      </vt:variant>
      <vt:variant>
        <vt:i4>1</vt:i4>
      </vt:variant>
      <vt:variant>
        <vt:lpstr>Slide Titles</vt:lpstr>
      </vt:variant>
      <vt:variant>
        <vt:i4>32</vt:i4>
      </vt:variant>
    </vt:vector>
  </HeadingPairs>
  <TitlesOfParts>
    <vt:vector size="33" baseType="lpstr">
      <vt:lpstr>MinimalXOVTI</vt:lpstr>
      <vt:lpstr>Triangulacja wielokąta prostego – porównanie metod</vt:lpstr>
      <vt:lpstr>Czym jest triangulacja?</vt:lpstr>
      <vt:lpstr>Metoda I Triangulacja z wykorzystaniem wielokątów monotonicznych</vt:lpstr>
      <vt:lpstr>Celem algorytmu jest znalezienie triangulacji dowolnego wielokąta prostego. Aby to osiągnąć w tym sposobie musimy przeprowadzić kilka kroków:</vt:lpstr>
      <vt:lpstr>Wielokąt na którym przedstawimy  działanie</vt:lpstr>
      <vt:lpstr>Klasyfikacja wierzchołków</vt:lpstr>
      <vt:lpstr>Podział wielokąta na wielokąty monotoniczne</vt:lpstr>
      <vt:lpstr>Przebieg algorytmu</vt:lpstr>
      <vt:lpstr>Wierzchołek dzielący</vt:lpstr>
      <vt:lpstr>Wierzchołek łączący</vt:lpstr>
      <vt:lpstr>Rezultat podziału</vt:lpstr>
      <vt:lpstr>Triangulacja wielokątów monotonicznych</vt:lpstr>
      <vt:lpstr>Konwersja punktów i przekątnych na poszczególne wielokąty y-monotoniczne</vt:lpstr>
      <vt:lpstr>Triangulacja kolejnych wielokątów y-monotonicznych</vt:lpstr>
      <vt:lpstr>Rezultat triangulacji</vt:lpstr>
      <vt:lpstr>Kompletny algorytm</vt:lpstr>
      <vt:lpstr>Metoda II Triangulacja Delaunay’a</vt:lpstr>
      <vt:lpstr>Triangulacja Delaunay’a</vt:lpstr>
      <vt:lpstr>Struktura danych do przechowywania siatki triangulacji</vt:lpstr>
      <vt:lpstr>Etapy algorytmu</vt:lpstr>
      <vt:lpstr>1.Wstępna triangulacja</vt:lpstr>
      <vt:lpstr>Wstawienie punktu</vt:lpstr>
      <vt:lpstr>Wyszukanie trójkąta, w którym zawiera się punkt</vt:lpstr>
      <vt:lpstr>Wyszukiwanie trójkątów, których otoczki zawierają dany punkt</vt:lpstr>
      <vt:lpstr>Na pierwszym rysunku widać okręgi opisane na dwóch trójkątach, w których zawiera się wstawiany punkt. Następnie zostały one usunięte i zastąpione trójkątami utworzonymi poprzez połączenie dodawanego punktu z punktami będącymi wierzchołkami wielokąta utworzonego przez usunięte trójkąty.</vt:lpstr>
      <vt:lpstr>2. Odzyskiwanie krawędzi</vt:lpstr>
      <vt:lpstr>Wykrywanie przecięć</vt:lpstr>
      <vt:lpstr>3. Usuwanie trójkątów zewnętrznych</vt:lpstr>
      <vt:lpstr>Wizualizacja poszukiwania trójkątów wewnątrz przykładowego wieloboku</vt:lpstr>
      <vt:lpstr>Usuwanie nieodwiedzonych trójkątów</vt:lpstr>
      <vt:lpstr>Testy </vt:lpstr>
      <vt:lpstr>Dziękujemy za uwagę!</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Prezentacja programu PowerPoint</dc:title>
  <dc:creator>Wojciech Kaźmierczak</dc:creator>
  <cp:lastModifiedBy>Wojciech Kaźmierczak</cp:lastModifiedBy>
  <cp:revision>195</cp:revision>
  <dcterms:created xsi:type="dcterms:W3CDTF">2024-01-02T12:47:54Z</dcterms:created>
  <dcterms:modified xsi:type="dcterms:W3CDTF">2024-01-02T23:45:29Z</dcterms:modified>
</cp:coreProperties>
</file>